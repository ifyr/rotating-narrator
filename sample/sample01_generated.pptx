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6858000" cy="1219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solidFill>
                  <a:srgbClr val="FF6B35"/>
                </a:solidFill>
                <a:latin typeface="华文行楷"/>
              </a:rPr>
              <a:t>张爱玲</a:t>
            </a:r>
            <a:r>
              <a:rPr sz="4800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讲得很对的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393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我觉得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讲得很对的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solidFill>
                  <a:srgbClr val="FF6B35"/>
                </a:solidFill>
                <a:latin typeface="华文行楷"/>
              </a:rPr>
              <a:t>张爱玲</a:t>
            </a:r>
            <a:r>
              <a:rPr sz="3227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结婚之后嘛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</a:t>
            </a:r>
            <a:r>
              <a:rPr sz="4800">
                <a:latin typeface="文鼎霹雳体"/>
              </a:rPr>
              <a:t>不讲道理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结婚之后嘛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我们家里那个</a:t>
            </a:r>
          </a:p>
        </p:txBody>
      </p:sp>
      <p:sp>
        <p:nvSpPr>
          <p:cNvPr id="4" name="TextBox 3"/>
          <p:cNvSpPr txBox="1"/>
          <p:nvPr/>
        </p:nvSpPr>
        <p:spPr>
          <a:xfrm rot="5400000">
            <a:off x="2619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3424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6" name="TextBox 5"/>
          <p:cNvSpPr txBox="1"/>
          <p:nvPr/>
        </p:nvSpPr>
        <p:spPr>
          <a:xfrm rot="5400000">
            <a:off x="4083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1082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1082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1082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082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不讲道理已经到了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我们家里那个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2619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6" name="TextBox 5"/>
          <p:cNvSpPr txBox="1"/>
          <p:nvPr/>
        </p:nvSpPr>
        <p:spPr>
          <a:xfrm rot="5400000">
            <a:off x="3424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7" name="TextBox 6"/>
          <p:cNvSpPr txBox="1"/>
          <p:nvPr/>
        </p:nvSpPr>
        <p:spPr>
          <a:xfrm rot="5400000">
            <a:off x="4083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1082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1082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082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082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最高</a:t>
            </a:r>
            <a:r>
              <a:rPr sz="4800">
                <a:latin typeface="华康少女文字W5(P)"/>
              </a:rPr>
              <a:t>的境界了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不讲道理已经到了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我们家里那个</a:t>
            </a:r>
          </a:p>
        </p:txBody>
      </p:sp>
      <p:sp>
        <p:nvSpPr>
          <p:cNvPr id="6" name="TextBox 5"/>
          <p:cNvSpPr txBox="1"/>
          <p:nvPr/>
        </p:nvSpPr>
        <p:spPr>
          <a:xfrm rot="5400000">
            <a:off x="2619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7" name="TextBox 6"/>
          <p:cNvSpPr txBox="1"/>
          <p:nvPr/>
        </p:nvSpPr>
        <p:spPr>
          <a:xfrm rot="5400000">
            <a:off x="3424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4083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1082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082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082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1082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他连话都不讲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最高</a:t>
            </a:r>
            <a:r>
              <a:rPr sz="3936">
                <a:latin typeface="华康少女文字W5(P)"/>
              </a:rPr>
              <a:t>的境界了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不讲道理已经到了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latin typeface="华康少女文字W5(P)"/>
              </a:rPr>
              <a:t>我们家里那个</a:t>
            </a:r>
          </a:p>
        </p:txBody>
      </p:sp>
      <p:sp>
        <p:nvSpPr>
          <p:cNvPr id="7" name="TextBox 6"/>
          <p:cNvSpPr txBox="1"/>
          <p:nvPr/>
        </p:nvSpPr>
        <p:spPr>
          <a:xfrm rot="5400000">
            <a:off x="2619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424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9" name="TextBox 8"/>
          <p:cNvSpPr txBox="1"/>
          <p:nvPr/>
        </p:nvSpPr>
        <p:spPr>
          <a:xfrm rot="5400000">
            <a:off x="4083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082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082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1082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082" y="3497952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他就是拿一双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他连话都不讲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最高</a:t>
            </a:r>
            <a:r>
              <a:rPr sz="3936">
                <a:latin typeface="华康少女文字W5(P)"/>
              </a:rPr>
              <a:t>的境界了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不讲道理已经到了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latin typeface="华康少女文字W5(P)"/>
              </a:rPr>
              <a:t>我们家里那个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2050447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050447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050447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17172407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7976774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18636355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9177212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很忧郁的眼睛看着你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他就是拿一双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他连话都不讲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最高</a:t>
            </a:r>
            <a:r>
              <a:rPr sz="3936">
                <a:latin typeface="华康少女文字W5(P)"/>
              </a:rPr>
              <a:t>的境界了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不讲道理已经到了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latin typeface="华康少女文字W5(P)"/>
              </a:rPr>
              <a:t>我们家里那个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050447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050447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050447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7172407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17976774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8636355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9177212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直到你煮一碗</a:t>
            </a:r>
            <a:r>
              <a:rPr sz="5600">
                <a:latin typeface="华康少女文字W5(P)"/>
              </a:rPr>
              <a:t>面</a:t>
            </a:r>
            <a:r>
              <a:rPr sz="4800">
                <a:latin typeface="华康少女文字W5(P)"/>
              </a:rPr>
              <a:t>给他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很忧郁的眼睛看着你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他就是拿一双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5121960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他连话都不讲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5926327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最高</a:t>
            </a:r>
            <a:r>
              <a:rPr sz="3936">
                <a:latin typeface="华康少女文字W5(P)"/>
              </a:rPr>
              <a:t>的境界了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6585908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不讲道理已经到了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7126764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latin typeface="华康少女文字W5(P)"/>
              </a:rPr>
              <a:t>我们家里那个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050447" y="5682479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谁占上风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050447" y="4831665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谁</a:t>
            </a:r>
            <a:r>
              <a:rPr sz="3936">
                <a:latin typeface="文鼎霹雳体"/>
              </a:rPr>
              <a:t>不讲道理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2050447" y="4111317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结婚之后嘛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17172407" y="5654640"/>
            <a:ext cx="9360000" cy="883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4800">
                <a:latin typeface="华康少女文字W5(P)"/>
              </a:rPr>
              <a:t>她说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7976774" y="5734192"/>
            <a:ext cx="9360000" cy="72481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936">
                <a:latin typeface="华康少女文字W5(P)"/>
              </a:rPr>
              <a:t>我觉得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8636355" y="5799426"/>
            <a:ext cx="9360000" cy="59434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27">
                <a:latin typeface="华康少女文字W5(P)"/>
              </a:rPr>
              <a:t>讲得很对的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9177212" y="5852917"/>
            <a:ext cx="9360000" cy="4873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646">
                <a:solidFill>
                  <a:srgbClr val="FF6B35"/>
                </a:solidFill>
                <a:latin typeface="华文行楷"/>
              </a:rPr>
              <a:t>张爱玲</a:t>
            </a:r>
            <a:r>
              <a:rPr sz="2646">
                <a:latin typeface="华康少女文字W5(P)"/>
              </a:rPr>
              <a:t>有一句话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