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6858000" cy="12193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40" d="100"/>
          <a:sy n="40" d="100"/>
        </p:scale>
        <p:origin x="3858" y="93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3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682479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800" dirty="0" err="1">
                <a:solidFill>
                  <a:srgbClr val="FF6B35"/>
                </a:solidFill>
                <a:latin typeface="华文行楷"/>
              </a:rPr>
              <a:t>张爱玲</a:t>
            </a:r>
            <a:r>
              <a:rPr sz="4800" dirty="0" err="1">
                <a:latin typeface="华康少女文字W5(P)"/>
              </a:rPr>
              <a:t>有一句话</a:t>
            </a:r>
            <a:endParaRPr sz="4800" dirty="0">
              <a:latin typeface="华康少女文字W5(P)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3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682479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800" dirty="0" err="1">
                <a:latin typeface="华康少女文字W5(P)"/>
              </a:rPr>
              <a:t>讲得很对的</a:t>
            </a:r>
            <a:endParaRPr sz="4800" dirty="0">
              <a:latin typeface="华康少女文字W5(P)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831665"/>
            <a:ext cx="5760000" cy="72481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936" dirty="0" err="1">
                <a:solidFill>
                  <a:srgbClr val="FF6B35"/>
                </a:solidFill>
                <a:latin typeface="华文行楷"/>
              </a:rPr>
              <a:t>张爱玲</a:t>
            </a:r>
            <a:r>
              <a:rPr sz="3936" dirty="0" err="1">
                <a:latin typeface="华康少女文字W5(P)"/>
              </a:rPr>
              <a:t>有一句话</a:t>
            </a:r>
            <a:endParaRPr sz="3936" dirty="0">
              <a:latin typeface="华康少女文字W5(P)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3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682479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800" dirty="0" err="1">
                <a:latin typeface="华康少女文字W5(P)"/>
              </a:rPr>
              <a:t>我觉得</a:t>
            </a:r>
            <a:endParaRPr sz="4800" dirty="0">
              <a:latin typeface="华康少女文字W5(P)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831665"/>
            <a:ext cx="5760000" cy="72481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936" dirty="0" err="1">
                <a:latin typeface="华康少女文字W5(P)"/>
              </a:rPr>
              <a:t>讲得很对的</a:t>
            </a:r>
            <a:endParaRPr sz="3936" dirty="0">
              <a:latin typeface="华康少女文字W5(P)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4111317"/>
            <a:ext cx="5760000" cy="594347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227" dirty="0" err="1">
                <a:solidFill>
                  <a:srgbClr val="FF6B35"/>
                </a:solidFill>
                <a:latin typeface="华文行楷"/>
              </a:rPr>
              <a:t>张爱玲</a:t>
            </a:r>
            <a:r>
              <a:rPr sz="3227" dirty="0" err="1">
                <a:latin typeface="华康少女文字W5(P)"/>
              </a:rPr>
              <a:t>有一句话</a:t>
            </a:r>
            <a:endParaRPr sz="3227" dirty="0">
              <a:latin typeface="华康少女文字W5(P)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3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399" y="5682479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800" dirty="0" err="1">
                <a:latin typeface="华康少女文字W5(P)"/>
              </a:rPr>
              <a:t>她说</a:t>
            </a:r>
            <a:endParaRPr sz="4800" dirty="0">
              <a:latin typeface="华康少女文字W5(P)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399" y="4831665"/>
            <a:ext cx="5760000" cy="72481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936" dirty="0" err="1">
                <a:latin typeface="华康少女文字W5(P)"/>
              </a:rPr>
              <a:t>我觉得</a:t>
            </a:r>
            <a:endParaRPr sz="3936" dirty="0">
              <a:latin typeface="华康少女文字W5(P)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4111317"/>
            <a:ext cx="5760000" cy="594347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227" dirty="0" err="1">
                <a:latin typeface="华康少女文字W5(P)"/>
              </a:rPr>
              <a:t>讲得很对的</a:t>
            </a:r>
            <a:endParaRPr sz="3227" dirty="0">
              <a:latin typeface="华康少女文字W5(P)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14399" y="3497952"/>
            <a:ext cx="5760000" cy="48736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2646" dirty="0" err="1">
                <a:solidFill>
                  <a:srgbClr val="FF6B35"/>
                </a:solidFill>
                <a:latin typeface="华文行楷"/>
              </a:rPr>
              <a:t>张爱玲</a:t>
            </a:r>
            <a:r>
              <a:rPr sz="2646" dirty="0" err="1">
                <a:latin typeface="华康少女文字W5(P)"/>
              </a:rPr>
              <a:t>有一句话</a:t>
            </a:r>
            <a:endParaRPr sz="2646" dirty="0">
              <a:latin typeface="华康少女文字W5(P)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3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682479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800" dirty="0" err="1">
                <a:latin typeface="华康少女文字W5(P)"/>
              </a:rPr>
              <a:t>结婚之后嘛</a:t>
            </a:r>
            <a:endParaRPr sz="4800" dirty="0">
              <a:latin typeface="华康少女文字W5(P)"/>
            </a:endParaRPr>
          </a:p>
        </p:txBody>
      </p:sp>
      <p:sp>
        <p:nvSpPr>
          <p:cNvPr id="4" name="TextBox 3"/>
          <p:cNvSpPr txBox="1"/>
          <p:nvPr/>
        </p:nvSpPr>
        <p:spPr>
          <a:xfrm rot="16200000">
            <a:off x="-2407560" y="2603670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800" dirty="0" err="1">
                <a:latin typeface="华康少女文字W5(P)"/>
              </a:rPr>
              <a:t>她说</a:t>
            </a:r>
            <a:endParaRPr sz="4800" dirty="0">
              <a:latin typeface="华康少女文字W5(P)"/>
            </a:endParaRPr>
          </a:p>
        </p:txBody>
      </p:sp>
      <p:sp>
        <p:nvSpPr>
          <p:cNvPr id="5" name="TextBox 4"/>
          <p:cNvSpPr txBox="1"/>
          <p:nvPr/>
        </p:nvSpPr>
        <p:spPr>
          <a:xfrm rot="16200000">
            <a:off x="-3211927" y="2683222"/>
            <a:ext cx="5760000" cy="72481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936" dirty="0" err="1">
                <a:latin typeface="华康少女文字W5(P)"/>
              </a:rPr>
              <a:t>我觉得</a:t>
            </a:r>
            <a:endParaRPr sz="3936" dirty="0">
              <a:latin typeface="华康少女文字W5(P)"/>
            </a:endParaRPr>
          </a:p>
        </p:txBody>
      </p:sp>
      <p:sp>
        <p:nvSpPr>
          <p:cNvPr id="6" name="TextBox 5"/>
          <p:cNvSpPr txBox="1"/>
          <p:nvPr/>
        </p:nvSpPr>
        <p:spPr>
          <a:xfrm rot="16200000">
            <a:off x="-3871508" y="2748456"/>
            <a:ext cx="5760000" cy="594347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227" dirty="0" err="1">
                <a:latin typeface="华康少女文字W5(P)"/>
              </a:rPr>
              <a:t>讲得很对的</a:t>
            </a:r>
            <a:endParaRPr sz="3227" dirty="0">
              <a:latin typeface="华康少女文字W5(P)"/>
            </a:endParaRPr>
          </a:p>
        </p:txBody>
      </p:sp>
      <p:sp>
        <p:nvSpPr>
          <p:cNvPr id="7" name="TextBox 6"/>
          <p:cNvSpPr txBox="1"/>
          <p:nvPr/>
        </p:nvSpPr>
        <p:spPr>
          <a:xfrm rot="16200000">
            <a:off x="-4412364" y="2801947"/>
            <a:ext cx="5760000" cy="48736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2646" dirty="0" err="1">
                <a:solidFill>
                  <a:srgbClr val="FF6B35"/>
                </a:solidFill>
                <a:latin typeface="华文行楷"/>
              </a:rPr>
              <a:t>张爱玲</a:t>
            </a:r>
            <a:r>
              <a:rPr sz="2646" dirty="0" err="1">
                <a:latin typeface="华康少女文字W5(P)"/>
              </a:rPr>
              <a:t>有一句话</a:t>
            </a:r>
            <a:endParaRPr sz="2646" dirty="0">
              <a:latin typeface="华康少女文字W5(P)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3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399" y="5682479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800" dirty="0" err="1">
                <a:latin typeface="华康少女文字W5(P)"/>
              </a:rPr>
              <a:t>谁</a:t>
            </a:r>
            <a:r>
              <a:rPr sz="4800" dirty="0" err="1">
                <a:solidFill>
                  <a:srgbClr val="FF0000"/>
                </a:solidFill>
                <a:latin typeface="文鼎霹雳体"/>
              </a:rPr>
              <a:t>不讲道理</a:t>
            </a:r>
            <a:endParaRPr sz="4800" dirty="0">
              <a:solidFill>
                <a:srgbClr val="FF0000"/>
              </a:solidFill>
              <a:latin typeface="文鼎霹雳体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399" y="4831665"/>
            <a:ext cx="5760000" cy="72481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936" dirty="0" err="1">
                <a:latin typeface="华康少女文字W5(P)"/>
              </a:rPr>
              <a:t>结婚之后嘛</a:t>
            </a:r>
            <a:endParaRPr sz="3936" dirty="0">
              <a:latin typeface="华康少女文字W5(P)"/>
            </a:endParaRPr>
          </a:p>
        </p:txBody>
      </p:sp>
      <p:sp>
        <p:nvSpPr>
          <p:cNvPr id="13" name="TextBox 3">
            <a:extLst>
              <a:ext uri="{FF2B5EF4-FFF2-40B4-BE49-F238E27FC236}">
                <a16:creationId xmlns:a16="http://schemas.microsoft.com/office/drawing/2014/main" id="{7C5066CC-CF65-E3CC-CF2A-A9B0B59535C7}"/>
              </a:ext>
            </a:extLst>
          </p:cNvPr>
          <p:cNvSpPr txBox="1"/>
          <p:nvPr/>
        </p:nvSpPr>
        <p:spPr>
          <a:xfrm rot="16200000">
            <a:off x="-2407560" y="1596281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800" dirty="0" err="1">
                <a:latin typeface="华康少女文字W5(P)"/>
              </a:rPr>
              <a:t>她说</a:t>
            </a:r>
            <a:endParaRPr sz="4800" dirty="0">
              <a:latin typeface="华康少女文字W5(P)"/>
            </a:endParaRPr>
          </a:p>
        </p:txBody>
      </p:sp>
      <p:sp>
        <p:nvSpPr>
          <p:cNvPr id="14" name="TextBox 4">
            <a:extLst>
              <a:ext uri="{FF2B5EF4-FFF2-40B4-BE49-F238E27FC236}">
                <a16:creationId xmlns:a16="http://schemas.microsoft.com/office/drawing/2014/main" id="{B3A2F60E-594F-962F-8400-6E7050879601}"/>
              </a:ext>
            </a:extLst>
          </p:cNvPr>
          <p:cNvSpPr txBox="1"/>
          <p:nvPr/>
        </p:nvSpPr>
        <p:spPr>
          <a:xfrm rot="16200000">
            <a:off x="-3211927" y="1675833"/>
            <a:ext cx="5760000" cy="72481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936" dirty="0" err="1">
                <a:latin typeface="华康少女文字W5(P)"/>
              </a:rPr>
              <a:t>我觉得</a:t>
            </a:r>
            <a:endParaRPr sz="3936" dirty="0">
              <a:latin typeface="华康少女文字W5(P)"/>
            </a:endParaRPr>
          </a:p>
        </p:txBody>
      </p:sp>
      <p:sp>
        <p:nvSpPr>
          <p:cNvPr id="15" name="TextBox 5">
            <a:extLst>
              <a:ext uri="{FF2B5EF4-FFF2-40B4-BE49-F238E27FC236}">
                <a16:creationId xmlns:a16="http://schemas.microsoft.com/office/drawing/2014/main" id="{2D660372-2814-74D5-0807-629208924454}"/>
              </a:ext>
            </a:extLst>
          </p:cNvPr>
          <p:cNvSpPr txBox="1"/>
          <p:nvPr/>
        </p:nvSpPr>
        <p:spPr>
          <a:xfrm rot="16200000">
            <a:off x="-3871508" y="1741067"/>
            <a:ext cx="5760000" cy="594347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227" dirty="0" err="1">
                <a:latin typeface="华康少女文字W5(P)"/>
              </a:rPr>
              <a:t>讲得很对的</a:t>
            </a:r>
            <a:endParaRPr sz="3227" dirty="0">
              <a:latin typeface="华康少女文字W5(P)"/>
            </a:endParaRPr>
          </a:p>
        </p:txBody>
      </p:sp>
      <p:sp>
        <p:nvSpPr>
          <p:cNvPr id="16" name="TextBox 6">
            <a:extLst>
              <a:ext uri="{FF2B5EF4-FFF2-40B4-BE49-F238E27FC236}">
                <a16:creationId xmlns:a16="http://schemas.microsoft.com/office/drawing/2014/main" id="{528F71F9-FF2B-2E16-D110-77DDCAEC4FC4}"/>
              </a:ext>
            </a:extLst>
          </p:cNvPr>
          <p:cNvSpPr txBox="1"/>
          <p:nvPr/>
        </p:nvSpPr>
        <p:spPr>
          <a:xfrm rot="16200000">
            <a:off x="-4412364" y="1794558"/>
            <a:ext cx="5760000" cy="48736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2646" dirty="0" err="1">
                <a:solidFill>
                  <a:srgbClr val="FF6B35"/>
                </a:solidFill>
                <a:latin typeface="华文行楷"/>
              </a:rPr>
              <a:t>张爱玲</a:t>
            </a:r>
            <a:r>
              <a:rPr sz="2646" dirty="0" err="1">
                <a:latin typeface="华康少女文字W5(P)"/>
              </a:rPr>
              <a:t>有一句话</a:t>
            </a:r>
            <a:endParaRPr sz="2646" dirty="0">
              <a:latin typeface="华康少女文字W5(P)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3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399" y="5682479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800" dirty="0" err="1">
                <a:latin typeface="华康少女文字W5(P)"/>
              </a:rPr>
              <a:t>谁占上风</a:t>
            </a:r>
            <a:endParaRPr sz="4800" dirty="0">
              <a:latin typeface="华康少女文字W5(P)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399" y="4831665"/>
            <a:ext cx="5760000" cy="72481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936" dirty="0" err="1">
                <a:latin typeface="华康少女文字W5(P)"/>
              </a:rPr>
              <a:t>谁</a:t>
            </a:r>
            <a:r>
              <a:rPr sz="3936" dirty="0" err="1">
                <a:solidFill>
                  <a:srgbClr val="FF0000"/>
                </a:solidFill>
                <a:latin typeface="文鼎霹雳体"/>
              </a:rPr>
              <a:t>不讲道理</a:t>
            </a:r>
            <a:endParaRPr sz="3936" dirty="0">
              <a:solidFill>
                <a:srgbClr val="FF0000"/>
              </a:solidFill>
              <a:latin typeface="文鼎霹雳体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399" y="4111317"/>
            <a:ext cx="5760000" cy="594347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227" dirty="0" err="1">
                <a:latin typeface="华康少女文字W5(P)"/>
              </a:rPr>
              <a:t>结婚之后嘛</a:t>
            </a:r>
            <a:endParaRPr sz="3227" dirty="0">
              <a:latin typeface="华康少女文字W5(P)"/>
            </a:endParaRPr>
          </a:p>
        </p:txBody>
      </p:sp>
      <p:sp>
        <p:nvSpPr>
          <p:cNvPr id="14" name="TextBox 3">
            <a:extLst>
              <a:ext uri="{FF2B5EF4-FFF2-40B4-BE49-F238E27FC236}">
                <a16:creationId xmlns:a16="http://schemas.microsoft.com/office/drawing/2014/main" id="{7DBA7850-AF35-5D4C-6213-D60CEE8518A3}"/>
              </a:ext>
            </a:extLst>
          </p:cNvPr>
          <p:cNvSpPr txBox="1"/>
          <p:nvPr/>
        </p:nvSpPr>
        <p:spPr>
          <a:xfrm rot="16200000">
            <a:off x="-2407560" y="883363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800" dirty="0" err="1">
                <a:latin typeface="华康少女文字W5(P)"/>
              </a:rPr>
              <a:t>她说</a:t>
            </a:r>
            <a:endParaRPr sz="4800" dirty="0">
              <a:latin typeface="华康少女文字W5(P)"/>
            </a:endParaRPr>
          </a:p>
        </p:txBody>
      </p:sp>
      <p:sp>
        <p:nvSpPr>
          <p:cNvPr id="15" name="TextBox 4">
            <a:extLst>
              <a:ext uri="{FF2B5EF4-FFF2-40B4-BE49-F238E27FC236}">
                <a16:creationId xmlns:a16="http://schemas.microsoft.com/office/drawing/2014/main" id="{1BD4313B-0331-54D5-BF20-851B023DA15A}"/>
              </a:ext>
            </a:extLst>
          </p:cNvPr>
          <p:cNvSpPr txBox="1"/>
          <p:nvPr/>
        </p:nvSpPr>
        <p:spPr>
          <a:xfrm rot="16200000">
            <a:off x="-3211927" y="962915"/>
            <a:ext cx="5760000" cy="72481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936" dirty="0" err="1">
                <a:latin typeface="华康少女文字W5(P)"/>
              </a:rPr>
              <a:t>我觉得</a:t>
            </a:r>
            <a:endParaRPr sz="3936" dirty="0">
              <a:latin typeface="华康少女文字W5(P)"/>
            </a:endParaRPr>
          </a:p>
        </p:txBody>
      </p:sp>
      <p:sp>
        <p:nvSpPr>
          <p:cNvPr id="16" name="TextBox 5">
            <a:extLst>
              <a:ext uri="{FF2B5EF4-FFF2-40B4-BE49-F238E27FC236}">
                <a16:creationId xmlns:a16="http://schemas.microsoft.com/office/drawing/2014/main" id="{B36725BD-E230-C2E0-4267-8B47C6AEF5F0}"/>
              </a:ext>
            </a:extLst>
          </p:cNvPr>
          <p:cNvSpPr txBox="1"/>
          <p:nvPr/>
        </p:nvSpPr>
        <p:spPr>
          <a:xfrm rot="16200000">
            <a:off x="-3871508" y="1028149"/>
            <a:ext cx="5760000" cy="594347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227" dirty="0" err="1">
                <a:latin typeface="华康少女文字W5(P)"/>
              </a:rPr>
              <a:t>讲得很对的</a:t>
            </a:r>
            <a:endParaRPr sz="3227" dirty="0">
              <a:latin typeface="华康少女文字W5(P)"/>
            </a:endParaRPr>
          </a:p>
        </p:txBody>
      </p:sp>
      <p:sp>
        <p:nvSpPr>
          <p:cNvPr id="17" name="TextBox 6">
            <a:extLst>
              <a:ext uri="{FF2B5EF4-FFF2-40B4-BE49-F238E27FC236}">
                <a16:creationId xmlns:a16="http://schemas.microsoft.com/office/drawing/2014/main" id="{4F48EAB3-1BED-36CC-1BA8-2F0BD538C546}"/>
              </a:ext>
            </a:extLst>
          </p:cNvPr>
          <p:cNvSpPr txBox="1"/>
          <p:nvPr/>
        </p:nvSpPr>
        <p:spPr>
          <a:xfrm rot="16200000">
            <a:off x="-4412364" y="1081640"/>
            <a:ext cx="5760000" cy="48736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2646" dirty="0" err="1">
                <a:solidFill>
                  <a:srgbClr val="FF6B35"/>
                </a:solidFill>
                <a:latin typeface="华文行楷"/>
              </a:rPr>
              <a:t>张爱玲</a:t>
            </a:r>
            <a:r>
              <a:rPr sz="2646" dirty="0" err="1">
                <a:latin typeface="华康少女文字W5(P)"/>
              </a:rPr>
              <a:t>有一句话</a:t>
            </a:r>
            <a:endParaRPr sz="2646" dirty="0">
              <a:latin typeface="华康少女文字W5(P)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3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682479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800" dirty="0" err="1">
                <a:latin typeface="华康少女文字W5(P)"/>
              </a:rPr>
              <a:t>我们家里那个</a:t>
            </a:r>
            <a:endParaRPr sz="4800" dirty="0">
              <a:latin typeface="华康少女文字W5(P)"/>
            </a:endParaRPr>
          </a:p>
        </p:txBody>
      </p:sp>
      <p:sp>
        <p:nvSpPr>
          <p:cNvPr id="4" name="TextBox 3"/>
          <p:cNvSpPr txBox="1"/>
          <p:nvPr/>
        </p:nvSpPr>
        <p:spPr>
          <a:xfrm rot="5400000">
            <a:off x="2139387" y="5760932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800" dirty="0" err="1">
                <a:latin typeface="华康少女文字W5(P)"/>
              </a:rPr>
              <a:t>谁占上风</a:t>
            </a:r>
            <a:endParaRPr sz="4800" dirty="0">
              <a:latin typeface="华康少女文字W5(P)"/>
            </a:endParaRPr>
          </a:p>
        </p:txBody>
      </p:sp>
      <p:sp>
        <p:nvSpPr>
          <p:cNvPr id="5" name="TextBox 4"/>
          <p:cNvSpPr txBox="1"/>
          <p:nvPr/>
        </p:nvSpPr>
        <p:spPr>
          <a:xfrm rot="5400000">
            <a:off x="2943754" y="5840484"/>
            <a:ext cx="5760000" cy="72481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936" dirty="0" err="1">
                <a:latin typeface="华康少女文字W5(P)"/>
              </a:rPr>
              <a:t>谁</a:t>
            </a:r>
            <a:r>
              <a:rPr sz="3936" dirty="0" err="1">
                <a:solidFill>
                  <a:srgbClr val="FF0000"/>
                </a:solidFill>
                <a:latin typeface="文鼎霹雳体"/>
              </a:rPr>
              <a:t>不讲道理</a:t>
            </a:r>
            <a:endParaRPr sz="3936" dirty="0">
              <a:solidFill>
                <a:srgbClr val="FF0000"/>
              </a:solidFill>
              <a:latin typeface="文鼎霹雳体"/>
            </a:endParaRPr>
          </a:p>
        </p:txBody>
      </p:sp>
      <p:sp>
        <p:nvSpPr>
          <p:cNvPr id="6" name="TextBox 5"/>
          <p:cNvSpPr txBox="1"/>
          <p:nvPr/>
        </p:nvSpPr>
        <p:spPr>
          <a:xfrm rot="5400000">
            <a:off x="3603335" y="5905718"/>
            <a:ext cx="5760000" cy="594347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227" dirty="0" err="1">
                <a:latin typeface="华康少女文字W5(P)"/>
              </a:rPr>
              <a:t>结婚之后嘛</a:t>
            </a:r>
            <a:endParaRPr sz="3227" dirty="0">
              <a:latin typeface="华康少女文字W5(P)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649569" y="2547375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800">
                <a:latin typeface="华康少女文字W5(P)"/>
              </a:rPr>
              <a:t>她说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9569" y="1696561"/>
            <a:ext cx="5760000" cy="72481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936">
                <a:latin typeface="华康少女文字W5(P)"/>
              </a:rPr>
              <a:t>我觉得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49569" y="976213"/>
            <a:ext cx="5760000" cy="594347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227" dirty="0" err="1">
                <a:latin typeface="华康少女文字W5(P)"/>
              </a:rPr>
              <a:t>讲得很对的</a:t>
            </a:r>
            <a:endParaRPr sz="3227" dirty="0">
              <a:latin typeface="华康少女文字W5(P)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49568" y="362848"/>
            <a:ext cx="5760000" cy="48736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2646" dirty="0" err="1">
                <a:solidFill>
                  <a:srgbClr val="FF6B35"/>
                </a:solidFill>
                <a:latin typeface="华文行楷"/>
              </a:rPr>
              <a:t>张爱玲</a:t>
            </a:r>
            <a:r>
              <a:rPr sz="2646" dirty="0" err="1">
                <a:latin typeface="华康少女文字W5(P)"/>
              </a:rPr>
              <a:t>有一句话</a:t>
            </a:r>
            <a:endParaRPr sz="2646" dirty="0">
              <a:latin typeface="华康少女文字W5(P)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3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682479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800">
                <a:latin typeface="华康少女文字W5(P)"/>
              </a:rPr>
              <a:t>不讲道理已经到了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31665"/>
            <a:ext cx="5760000" cy="72481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936" dirty="0" err="1">
                <a:latin typeface="华康少女文字W5(P)"/>
              </a:rPr>
              <a:t>我们家里那个</a:t>
            </a:r>
            <a:endParaRPr sz="3936" dirty="0">
              <a:latin typeface="华康少女文字W5(P)"/>
            </a:endParaRPr>
          </a:p>
        </p:txBody>
      </p:sp>
      <p:sp>
        <p:nvSpPr>
          <p:cNvPr id="12" name="TextBox 3">
            <a:extLst>
              <a:ext uri="{FF2B5EF4-FFF2-40B4-BE49-F238E27FC236}">
                <a16:creationId xmlns:a16="http://schemas.microsoft.com/office/drawing/2014/main" id="{D54041BF-9711-B393-E090-66FD9B04D2CE}"/>
              </a:ext>
            </a:extLst>
          </p:cNvPr>
          <p:cNvSpPr txBox="1"/>
          <p:nvPr/>
        </p:nvSpPr>
        <p:spPr>
          <a:xfrm rot="5400000">
            <a:off x="1534946" y="4831034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800" dirty="0" err="1">
                <a:latin typeface="华康少女文字W5(P)"/>
              </a:rPr>
              <a:t>谁占上风</a:t>
            </a:r>
            <a:endParaRPr sz="4800" dirty="0">
              <a:latin typeface="华康少女文字W5(P)"/>
            </a:endParaRPr>
          </a:p>
        </p:txBody>
      </p:sp>
      <p:sp>
        <p:nvSpPr>
          <p:cNvPr id="13" name="TextBox 4">
            <a:extLst>
              <a:ext uri="{FF2B5EF4-FFF2-40B4-BE49-F238E27FC236}">
                <a16:creationId xmlns:a16="http://schemas.microsoft.com/office/drawing/2014/main" id="{21A199D4-249A-6ED6-AC9C-D2382D475650}"/>
              </a:ext>
            </a:extLst>
          </p:cNvPr>
          <p:cNvSpPr txBox="1"/>
          <p:nvPr/>
        </p:nvSpPr>
        <p:spPr>
          <a:xfrm rot="5400000">
            <a:off x="2339313" y="4910586"/>
            <a:ext cx="5760000" cy="72481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936" dirty="0" err="1">
                <a:latin typeface="华康少女文字W5(P)"/>
              </a:rPr>
              <a:t>谁</a:t>
            </a:r>
            <a:r>
              <a:rPr sz="3936" dirty="0" err="1">
                <a:solidFill>
                  <a:srgbClr val="FF0000"/>
                </a:solidFill>
                <a:latin typeface="文鼎霹雳体"/>
              </a:rPr>
              <a:t>不讲道理</a:t>
            </a:r>
            <a:endParaRPr sz="3936" dirty="0">
              <a:solidFill>
                <a:srgbClr val="FF0000"/>
              </a:solidFill>
              <a:latin typeface="文鼎霹雳体"/>
            </a:endParaRPr>
          </a:p>
        </p:txBody>
      </p:sp>
      <p:sp>
        <p:nvSpPr>
          <p:cNvPr id="14" name="TextBox 5">
            <a:extLst>
              <a:ext uri="{FF2B5EF4-FFF2-40B4-BE49-F238E27FC236}">
                <a16:creationId xmlns:a16="http://schemas.microsoft.com/office/drawing/2014/main" id="{F8CFDC30-2C84-DB7F-058C-E6634A32096B}"/>
              </a:ext>
            </a:extLst>
          </p:cNvPr>
          <p:cNvSpPr txBox="1"/>
          <p:nvPr/>
        </p:nvSpPr>
        <p:spPr>
          <a:xfrm rot="5400000">
            <a:off x="2998894" y="4975820"/>
            <a:ext cx="5760000" cy="594347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227" dirty="0" err="1">
                <a:latin typeface="华康少女文字W5(P)"/>
              </a:rPr>
              <a:t>结婚之后嘛</a:t>
            </a:r>
            <a:endParaRPr sz="3227" dirty="0">
              <a:latin typeface="华康少女文字W5(P)"/>
            </a:endParaRPr>
          </a:p>
        </p:txBody>
      </p:sp>
      <p:sp>
        <p:nvSpPr>
          <p:cNvPr id="15" name="TextBox 6">
            <a:extLst>
              <a:ext uri="{FF2B5EF4-FFF2-40B4-BE49-F238E27FC236}">
                <a16:creationId xmlns:a16="http://schemas.microsoft.com/office/drawing/2014/main" id="{166ECF9D-6055-ADC2-18DE-2CF8D3A012EC}"/>
              </a:ext>
            </a:extLst>
          </p:cNvPr>
          <p:cNvSpPr txBox="1"/>
          <p:nvPr/>
        </p:nvSpPr>
        <p:spPr>
          <a:xfrm>
            <a:off x="6060626" y="1508991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800">
                <a:latin typeface="华康少女文字W5(P)"/>
              </a:rPr>
              <a:t>她说</a:t>
            </a:r>
          </a:p>
        </p:txBody>
      </p:sp>
      <p:sp>
        <p:nvSpPr>
          <p:cNvPr id="16" name="TextBox 7">
            <a:extLst>
              <a:ext uri="{FF2B5EF4-FFF2-40B4-BE49-F238E27FC236}">
                <a16:creationId xmlns:a16="http://schemas.microsoft.com/office/drawing/2014/main" id="{AC147C27-EF9C-F900-6C2D-1133D8F8499D}"/>
              </a:ext>
            </a:extLst>
          </p:cNvPr>
          <p:cNvSpPr txBox="1"/>
          <p:nvPr/>
        </p:nvSpPr>
        <p:spPr>
          <a:xfrm>
            <a:off x="6060626" y="658177"/>
            <a:ext cx="5760000" cy="72481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936">
                <a:latin typeface="华康少女文字W5(P)"/>
              </a:rPr>
              <a:t>我觉得</a:t>
            </a:r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AFBCFE0F-5B84-A080-F975-6D017864C475}"/>
              </a:ext>
            </a:extLst>
          </p:cNvPr>
          <p:cNvSpPr txBox="1"/>
          <p:nvPr/>
        </p:nvSpPr>
        <p:spPr>
          <a:xfrm>
            <a:off x="6060626" y="-62171"/>
            <a:ext cx="5760000" cy="594347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227" dirty="0" err="1">
                <a:latin typeface="华康少女文字W5(P)"/>
              </a:rPr>
              <a:t>讲得很对的</a:t>
            </a:r>
            <a:endParaRPr sz="3227" dirty="0">
              <a:latin typeface="华康少女文字W5(P)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D70F442C-5EE8-0604-7802-AD8A52227511}"/>
              </a:ext>
            </a:extLst>
          </p:cNvPr>
          <p:cNvSpPr txBox="1"/>
          <p:nvPr/>
        </p:nvSpPr>
        <p:spPr>
          <a:xfrm>
            <a:off x="6060625" y="-675536"/>
            <a:ext cx="5760000" cy="48736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2646" dirty="0" err="1">
                <a:solidFill>
                  <a:srgbClr val="FF6B35"/>
                </a:solidFill>
                <a:latin typeface="华文行楷"/>
              </a:rPr>
              <a:t>张爱玲</a:t>
            </a:r>
            <a:r>
              <a:rPr sz="2646" dirty="0" err="1">
                <a:latin typeface="华康少女文字W5(P)"/>
              </a:rPr>
              <a:t>有一句话</a:t>
            </a:r>
            <a:endParaRPr sz="2646" dirty="0">
              <a:latin typeface="华康少女文字W5(P)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3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682479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800">
                <a:latin typeface="华康少女文字W5(P)"/>
              </a:rPr>
              <a:t>最高的境界了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31665"/>
            <a:ext cx="5760000" cy="72481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936">
                <a:latin typeface="华康少女文字W5(P)"/>
              </a:rPr>
              <a:t>不讲道理已经到了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1317"/>
            <a:ext cx="5760000" cy="594347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227">
                <a:latin typeface="华康少女文字W5(P)"/>
              </a:rPr>
              <a:t>我们家里那个</a:t>
            </a:r>
          </a:p>
        </p:txBody>
      </p:sp>
      <p:sp>
        <p:nvSpPr>
          <p:cNvPr id="13" name="TextBox 3">
            <a:extLst>
              <a:ext uri="{FF2B5EF4-FFF2-40B4-BE49-F238E27FC236}">
                <a16:creationId xmlns:a16="http://schemas.microsoft.com/office/drawing/2014/main" id="{E76203DA-D2E0-A09D-F2D8-B97EB63A2983}"/>
              </a:ext>
            </a:extLst>
          </p:cNvPr>
          <p:cNvSpPr txBox="1"/>
          <p:nvPr/>
        </p:nvSpPr>
        <p:spPr>
          <a:xfrm rot="5400000">
            <a:off x="1101003" y="3994127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800" dirty="0" err="1">
                <a:latin typeface="华康少女文字W5(P)"/>
              </a:rPr>
              <a:t>谁占上风</a:t>
            </a:r>
            <a:endParaRPr sz="4800" dirty="0">
              <a:latin typeface="华康少女文字W5(P)"/>
            </a:endParaRPr>
          </a:p>
        </p:txBody>
      </p:sp>
      <p:sp>
        <p:nvSpPr>
          <p:cNvPr id="14" name="TextBox 4">
            <a:extLst>
              <a:ext uri="{FF2B5EF4-FFF2-40B4-BE49-F238E27FC236}">
                <a16:creationId xmlns:a16="http://schemas.microsoft.com/office/drawing/2014/main" id="{346081B1-6EC3-5EC3-20B3-229BB51AC55B}"/>
              </a:ext>
            </a:extLst>
          </p:cNvPr>
          <p:cNvSpPr txBox="1"/>
          <p:nvPr/>
        </p:nvSpPr>
        <p:spPr>
          <a:xfrm rot="5400000">
            <a:off x="1905370" y="4073679"/>
            <a:ext cx="5760000" cy="72481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936" dirty="0" err="1">
                <a:latin typeface="华康少女文字W5(P)"/>
              </a:rPr>
              <a:t>谁</a:t>
            </a:r>
            <a:r>
              <a:rPr sz="3936" dirty="0" err="1">
                <a:solidFill>
                  <a:srgbClr val="FF0000"/>
                </a:solidFill>
                <a:latin typeface="文鼎霹雳体"/>
              </a:rPr>
              <a:t>不讲道理</a:t>
            </a:r>
            <a:endParaRPr sz="3936" dirty="0">
              <a:solidFill>
                <a:srgbClr val="FF0000"/>
              </a:solidFill>
              <a:latin typeface="文鼎霹雳体"/>
            </a:endParaRPr>
          </a:p>
        </p:txBody>
      </p:sp>
      <p:sp>
        <p:nvSpPr>
          <p:cNvPr id="15" name="TextBox 5">
            <a:extLst>
              <a:ext uri="{FF2B5EF4-FFF2-40B4-BE49-F238E27FC236}">
                <a16:creationId xmlns:a16="http://schemas.microsoft.com/office/drawing/2014/main" id="{09D79740-8638-B27B-8B50-0CF1F3B1DD29}"/>
              </a:ext>
            </a:extLst>
          </p:cNvPr>
          <p:cNvSpPr txBox="1"/>
          <p:nvPr/>
        </p:nvSpPr>
        <p:spPr>
          <a:xfrm rot="5400000">
            <a:off x="2564951" y="4138913"/>
            <a:ext cx="5760000" cy="594347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227" dirty="0" err="1">
                <a:latin typeface="华康少女文字W5(P)"/>
              </a:rPr>
              <a:t>结婚之后嘛</a:t>
            </a:r>
            <a:endParaRPr sz="3227" dirty="0">
              <a:latin typeface="华康少女文字W5(P)"/>
            </a:endParaRPr>
          </a:p>
        </p:txBody>
      </p:sp>
      <p:sp>
        <p:nvSpPr>
          <p:cNvPr id="16" name="TextBox 6">
            <a:extLst>
              <a:ext uri="{FF2B5EF4-FFF2-40B4-BE49-F238E27FC236}">
                <a16:creationId xmlns:a16="http://schemas.microsoft.com/office/drawing/2014/main" id="{D3826D44-8FB0-C3C1-9692-A5D52DD53E76}"/>
              </a:ext>
            </a:extLst>
          </p:cNvPr>
          <p:cNvSpPr txBox="1"/>
          <p:nvPr/>
        </p:nvSpPr>
        <p:spPr>
          <a:xfrm>
            <a:off x="5611185" y="780570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800">
                <a:latin typeface="华康少女文字W5(P)"/>
              </a:rPr>
              <a:t>她说</a:t>
            </a:r>
          </a:p>
        </p:txBody>
      </p:sp>
      <p:sp>
        <p:nvSpPr>
          <p:cNvPr id="17" name="TextBox 7">
            <a:extLst>
              <a:ext uri="{FF2B5EF4-FFF2-40B4-BE49-F238E27FC236}">
                <a16:creationId xmlns:a16="http://schemas.microsoft.com/office/drawing/2014/main" id="{A0263DF6-67D1-1FF4-C9D3-050909F348D4}"/>
              </a:ext>
            </a:extLst>
          </p:cNvPr>
          <p:cNvSpPr txBox="1"/>
          <p:nvPr/>
        </p:nvSpPr>
        <p:spPr>
          <a:xfrm>
            <a:off x="5611185" y="-70244"/>
            <a:ext cx="5760000" cy="72481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936">
                <a:latin typeface="华康少女文字W5(P)"/>
              </a:rPr>
              <a:t>我觉得</a:t>
            </a:r>
          </a:p>
        </p:txBody>
      </p:sp>
      <p:sp>
        <p:nvSpPr>
          <p:cNvPr id="18" name="TextBox 8">
            <a:extLst>
              <a:ext uri="{FF2B5EF4-FFF2-40B4-BE49-F238E27FC236}">
                <a16:creationId xmlns:a16="http://schemas.microsoft.com/office/drawing/2014/main" id="{94718D60-5815-680A-CEFC-9571B78F1909}"/>
              </a:ext>
            </a:extLst>
          </p:cNvPr>
          <p:cNvSpPr txBox="1"/>
          <p:nvPr/>
        </p:nvSpPr>
        <p:spPr>
          <a:xfrm>
            <a:off x="5611185" y="-790592"/>
            <a:ext cx="5760000" cy="594347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227" dirty="0" err="1">
                <a:latin typeface="华康少女文字W5(P)"/>
              </a:rPr>
              <a:t>讲得很对的</a:t>
            </a:r>
            <a:endParaRPr sz="3227" dirty="0">
              <a:latin typeface="华康少女文字W5(P)"/>
            </a:endParaRPr>
          </a:p>
        </p:txBody>
      </p:sp>
      <p:sp>
        <p:nvSpPr>
          <p:cNvPr id="19" name="TextBox 9">
            <a:extLst>
              <a:ext uri="{FF2B5EF4-FFF2-40B4-BE49-F238E27FC236}">
                <a16:creationId xmlns:a16="http://schemas.microsoft.com/office/drawing/2014/main" id="{275D41C1-9AA0-E23D-9DE6-7EAFE15D9F30}"/>
              </a:ext>
            </a:extLst>
          </p:cNvPr>
          <p:cNvSpPr txBox="1"/>
          <p:nvPr/>
        </p:nvSpPr>
        <p:spPr>
          <a:xfrm>
            <a:off x="5611184" y="-1403957"/>
            <a:ext cx="5760000" cy="48736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2646" dirty="0" err="1">
                <a:solidFill>
                  <a:srgbClr val="FF6B35"/>
                </a:solidFill>
                <a:latin typeface="华文行楷"/>
              </a:rPr>
              <a:t>张爱玲</a:t>
            </a:r>
            <a:r>
              <a:rPr sz="2646" dirty="0" err="1">
                <a:latin typeface="华康少女文字W5(P)"/>
              </a:rPr>
              <a:t>有一句话</a:t>
            </a:r>
            <a:endParaRPr sz="2646" dirty="0">
              <a:latin typeface="华康少女文字W5(P)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3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682479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800">
                <a:latin typeface="华康少女文字W5(P)"/>
              </a:rPr>
              <a:t>他连话都不讲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31665"/>
            <a:ext cx="5760000" cy="72481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936">
                <a:latin typeface="华康少女文字W5(P)"/>
              </a:rPr>
              <a:t>最高的境界了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1317"/>
            <a:ext cx="5760000" cy="594347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227">
                <a:latin typeface="华康少女文字W5(P)"/>
              </a:rPr>
              <a:t>不讲道理已经到了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97952"/>
            <a:ext cx="5760000" cy="48736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2646" dirty="0" err="1">
                <a:latin typeface="华康少女文字W5(P)"/>
              </a:rPr>
              <a:t>我们家里那个</a:t>
            </a:r>
            <a:endParaRPr sz="2646" dirty="0">
              <a:latin typeface="华康少女文字W5(P)"/>
            </a:endParaRPr>
          </a:p>
        </p:txBody>
      </p:sp>
      <p:sp>
        <p:nvSpPr>
          <p:cNvPr id="14" name="TextBox 3">
            <a:extLst>
              <a:ext uri="{FF2B5EF4-FFF2-40B4-BE49-F238E27FC236}">
                <a16:creationId xmlns:a16="http://schemas.microsoft.com/office/drawing/2014/main" id="{128A34D3-7DBD-2986-DFD8-E382D2C9BAB5}"/>
              </a:ext>
            </a:extLst>
          </p:cNvPr>
          <p:cNvSpPr txBox="1"/>
          <p:nvPr/>
        </p:nvSpPr>
        <p:spPr>
          <a:xfrm rot="5400000">
            <a:off x="475364" y="3729434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400" dirty="0" err="1">
                <a:latin typeface="华康少女文字W5(P)"/>
              </a:rPr>
              <a:t>谁占上风</a:t>
            </a:r>
            <a:endParaRPr sz="4400" dirty="0">
              <a:latin typeface="华康少女文字W5(P)"/>
            </a:endParaRPr>
          </a:p>
        </p:txBody>
      </p:sp>
      <p:sp>
        <p:nvSpPr>
          <p:cNvPr id="15" name="TextBox 4">
            <a:extLst>
              <a:ext uri="{FF2B5EF4-FFF2-40B4-BE49-F238E27FC236}">
                <a16:creationId xmlns:a16="http://schemas.microsoft.com/office/drawing/2014/main" id="{DC136954-08E1-D4D3-1534-4098F631E030}"/>
              </a:ext>
            </a:extLst>
          </p:cNvPr>
          <p:cNvSpPr txBox="1"/>
          <p:nvPr/>
        </p:nvSpPr>
        <p:spPr>
          <a:xfrm rot="5400000">
            <a:off x="1279731" y="3808986"/>
            <a:ext cx="5760000" cy="72481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600" dirty="0" err="1">
                <a:latin typeface="华康少女文字W5(P)"/>
              </a:rPr>
              <a:t>谁</a:t>
            </a:r>
            <a:r>
              <a:rPr sz="3600" dirty="0" err="1">
                <a:solidFill>
                  <a:srgbClr val="FF0000"/>
                </a:solidFill>
                <a:latin typeface="文鼎霹雳体"/>
              </a:rPr>
              <a:t>不讲道理</a:t>
            </a:r>
            <a:endParaRPr sz="3600" dirty="0">
              <a:solidFill>
                <a:srgbClr val="FF0000"/>
              </a:solidFill>
              <a:latin typeface="文鼎霹雳体"/>
            </a:endParaRPr>
          </a:p>
        </p:txBody>
      </p:sp>
      <p:sp>
        <p:nvSpPr>
          <p:cNvPr id="16" name="TextBox 5">
            <a:extLst>
              <a:ext uri="{FF2B5EF4-FFF2-40B4-BE49-F238E27FC236}">
                <a16:creationId xmlns:a16="http://schemas.microsoft.com/office/drawing/2014/main" id="{06EE16C9-AF83-4909-1F89-EB7907B9D897}"/>
              </a:ext>
            </a:extLst>
          </p:cNvPr>
          <p:cNvSpPr txBox="1"/>
          <p:nvPr/>
        </p:nvSpPr>
        <p:spPr>
          <a:xfrm rot="5400000">
            <a:off x="1939312" y="3874220"/>
            <a:ext cx="5760000" cy="594347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200" dirty="0" err="1">
                <a:latin typeface="华康少女文字W5(P)"/>
              </a:rPr>
              <a:t>结婚之后嘛</a:t>
            </a:r>
            <a:endParaRPr sz="3200" dirty="0">
              <a:latin typeface="华康少女文字W5(P)"/>
            </a:endParaRPr>
          </a:p>
        </p:txBody>
      </p:sp>
      <p:sp>
        <p:nvSpPr>
          <p:cNvPr id="17" name="TextBox 6">
            <a:extLst>
              <a:ext uri="{FF2B5EF4-FFF2-40B4-BE49-F238E27FC236}">
                <a16:creationId xmlns:a16="http://schemas.microsoft.com/office/drawing/2014/main" id="{A1682E79-39D5-3A07-1DD2-F41DA305DD81}"/>
              </a:ext>
            </a:extLst>
          </p:cNvPr>
          <p:cNvSpPr txBox="1"/>
          <p:nvPr/>
        </p:nvSpPr>
        <p:spPr>
          <a:xfrm>
            <a:off x="4985546" y="515877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400">
                <a:latin typeface="华康少女文字W5(P)"/>
              </a:rPr>
              <a:t>她说</a:t>
            </a:r>
          </a:p>
        </p:txBody>
      </p:sp>
      <p:sp>
        <p:nvSpPr>
          <p:cNvPr id="18" name="TextBox 7">
            <a:extLst>
              <a:ext uri="{FF2B5EF4-FFF2-40B4-BE49-F238E27FC236}">
                <a16:creationId xmlns:a16="http://schemas.microsoft.com/office/drawing/2014/main" id="{5B3C4CBC-04F3-A5CC-A01C-FBA4C21354B6}"/>
              </a:ext>
            </a:extLst>
          </p:cNvPr>
          <p:cNvSpPr txBox="1"/>
          <p:nvPr/>
        </p:nvSpPr>
        <p:spPr>
          <a:xfrm>
            <a:off x="4985546" y="-334937"/>
            <a:ext cx="5760000" cy="72481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600">
                <a:latin typeface="华康少女文字W5(P)"/>
              </a:rPr>
              <a:t>我觉得</a:t>
            </a:r>
          </a:p>
        </p:txBody>
      </p:sp>
      <p:sp>
        <p:nvSpPr>
          <p:cNvPr id="19" name="TextBox 8">
            <a:extLst>
              <a:ext uri="{FF2B5EF4-FFF2-40B4-BE49-F238E27FC236}">
                <a16:creationId xmlns:a16="http://schemas.microsoft.com/office/drawing/2014/main" id="{E9E76D1D-A4C3-53D6-8AB4-CF1270E3DBF0}"/>
              </a:ext>
            </a:extLst>
          </p:cNvPr>
          <p:cNvSpPr txBox="1"/>
          <p:nvPr/>
        </p:nvSpPr>
        <p:spPr>
          <a:xfrm>
            <a:off x="4985546" y="-1055285"/>
            <a:ext cx="5760000" cy="594347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200" dirty="0" err="1">
                <a:latin typeface="华康少女文字W5(P)"/>
              </a:rPr>
              <a:t>讲得很对的</a:t>
            </a:r>
            <a:endParaRPr sz="3200" dirty="0">
              <a:latin typeface="华康少女文字W5(P)"/>
            </a:endParaRPr>
          </a:p>
        </p:txBody>
      </p:sp>
      <p:sp>
        <p:nvSpPr>
          <p:cNvPr id="20" name="TextBox 9">
            <a:extLst>
              <a:ext uri="{FF2B5EF4-FFF2-40B4-BE49-F238E27FC236}">
                <a16:creationId xmlns:a16="http://schemas.microsoft.com/office/drawing/2014/main" id="{0DE2A9B6-120A-8F6C-EDAE-9A22407C81F7}"/>
              </a:ext>
            </a:extLst>
          </p:cNvPr>
          <p:cNvSpPr txBox="1"/>
          <p:nvPr/>
        </p:nvSpPr>
        <p:spPr>
          <a:xfrm>
            <a:off x="4985545" y="-1668650"/>
            <a:ext cx="5760000" cy="48736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2400" dirty="0" err="1">
                <a:solidFill>
                  <a:srgbClr val="FF6B35"/>
                </a:solidFill>
                <a:latin typeface="华文行楷"/>
              </a:rPr>
              <a:t>张爱玲</a:t>
            </a:r>
            <a:r>
              <a:rPr sz="2400" dirty="0" err="1">
                <a:latin typeface="华康少女文字W5(P)"/>
              </a:rPr>
              <a:t>有一句话</a:t>
            </a:r>
            <a:endParaRPr sz="2400" dirty="0">
              <a:latin typeface="华康少女文字W5(P)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3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682479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800" dirty="0" err="1">
                <a:latin typeface="华康少女文字W5(P)"/>
              </a:rPr>
              <a:t>他就是拿一双</a:t>
            </a:r>
            <a:endParaRPr sz="4800" dirty="0">
              <a:latin typeface="华康少女文字W5(P)"/>
            </a:endParaRPr>
          </a:p>
        </p:txBody>
      </p:sp>
      <p:sp>
        <p:nvSpPr>
          <p:cNvPr id="15" name="TextBox 2">
            <a:extLst>
              <a:ext uri="{FF2B5EF4-FFF2-40B4-BE49-F238E27FC236}">
                <a16:creationId xmlns:a16="http://schemas.microsoft.com/office/drawing/2014/main" id="{00B3CBB6-7083-67EC-3F37-55D3F048BA63}"/>
              </a:ext>
            </a:extLst>
          </p:cNvPr>
          <p:cNvSpPr txBox="1"/>
          <p:nvPr/>
        </p:nvSpPr>
        <p:spPr>
          <a:xfrm rot="16200000">
            <a:off x="-2259743" y="2545440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800">
                <a:latin typeface="华康少女文字W5(P)"/>
              </a:rPr>
              <a:t>他连话都不讲</a:t>
            </a:r>
          </a:p>
        </p:txBody>
      </p:sp>
      <p:sp>
        <p:nvSpPr>
          <p:cNvPr id="16" name="TextBox 3">
            <a:extLst>
              <a:ext uri="{FF2B5EF4-FFF2-40B4-BE49-F238E27FC236}">
                <a16:creationId xmlns:a16="http://schemas.microsoft.com/office/drawing/2014/main" id="{94EBAA75-F146-CA30-C6AB-E4758A84DDEB}"/>
              </a:ext>
            </a:extLst>
          </p:cNvPr>
          <p:cNvSpPr txBox="1"/>
          <p:nvPr/>
        </p:nvSpPr>
        <p:spPr>
          <a:xfrm rot="16200000">
            <a:off x="-3075225" y="2630029"/>
            <a:ext cx="5760000" cy="72481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936" dirty="0" err="1">
                <a:latin typeface="华康少女文字W5(P)"/>
              </a:rPr>
              <a:t>最高的境界了</a:t>
            </a:r>
            <a:endParaRPr sz="3936" dirty="0">
              <a:latin typeface="华康少女文字W5(P)"/>
            </a:endParaRPr>
          </a:p>
        </p:txBody>
      </p:sp>
      <p:sp>
        <p:nvSpPr>
          <p:cNvPr id="17" name="TextBox 4">
            <a:extLst>
              <a:ext uri="{FF2B5EF4-FFF2-40B4-BE49-F238E27FC236}">
                <a16:creationId xmlns:a16="http://schemas.microsoft.com/office/drawing/2014/main" id="{9C7B8255-A7A4-B9B3-D7C5-94EB197E9632}"/>
              </a:ext>
            </a:extLst>
          </p:cNvPr>
          <p:cNvSpPr txBox="1"/>
          <p:nvPr/>
        </p:nvSpPr>
        <p:spPr>
          <a:xfrm rot="16200000">
            <a:off x="-3734806" y="2695263"/>
            <a:ext cx="5760000" cy="594347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227" dirty="0" err="1">
                <a:latin typeface="华康少女文字W5(P)"/>
              </a:rPr>
              <a:t>不讲道理已经到了</a:t>
            </a:r>
            <a:endParaRPr sz="3227" dirty="0">
              <a:latin typeface="华康少女文字W5(P)"/>
            </a:endParaRPr>
          </a:p>
        </p:txBody>
      </p:sp>
      <p:sp>
        <p:nvSpPr>
          <p:cNvPr id="18" name="TextBox 5">
            <a:extLst>
              <a:ext uri="{FF2B5EF4-FFF2-40B4-BE49-F238E27FC236}">
                <a16:creationId xmlns:a16="http://schemas.microsoft.com/office/drawing/2014/main" id="{5B71AF67-A200-3728-0A40-4CCDDCE27B44}"/>
              </a:ext>
            </a:extLst>
          </p:cNvPr>
          <p:cNvSpPr txBox="1"/>
          <p:nvPr/>
        </p:nvSpPr>
        <p:spPr>
          <a:xfrm rot="16200000">
            <a:off x="-4275663" y="2748754"/>
            <a:ext cx="5760000" cy="48736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2646" dirty="0" err="1">
                <a:latin typeface="华康少女文字W5(P)"/>
              </a:rPr>
              <a:t>我们家里那个</a:t>
            </a:r>
            <a:endParaRPr sz="2646" dirty="0">
              <a:latin typeface="华康少女文字W5(P)"/>
            </a:endParaRPr>
          </a:p>
        </p:txBody>
      </p:sp>
      <p:sp>
        <p:nvSpPr>
          <p:cNvPr id="19" name="TextBox 3">
            <a:extLst>
              <a:ext uri="{FF2B5EF4-FFF2-40B4-BE49-F238E27FC236}">
                <a16:creationId xmlns:a16="http://schemas.microsoft.com/office/drawing/2014/main" id="{4853C02E-44FE-12AD-7032-9730824FF076}"/>
              </a:ext>
            </a:extLst>
          </p:cNvPr>
          <p:cNvSpPr txBox="1"/>
          <p:nvPr/>
        </p:nvSpPr>
        <p:spPr>
          <a:xfrm>
            <a:off x="-3893059" y="2910477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400" dirty="0" err="1">
                <a:latin typeface="华康少女文字W5(P)"/>
              </a:rPr>
              <a:t>谁占上风</a:t>
            </a:r>
            <a:endParaRPr sz="4400" dirty="0">
              <a:latin typeface="华康少女文字W5(P)"/>
            </a:endParaRPr>
          </a:p>
        </p:txBody>
      </p:sp>
      <p:sp>
        <p:nvSpPr>
          <p:cNvPr id="20" name="TextBox 4">
            <a:extLst>
              <a:ext uri="{FF2B5EF4-FFF2-40B4-BE49-F238E27FC236}">
                <a16:creationId xmlns:a16="http://schemas.microsoft.com/office/drawing/2014/main" id="{035C6DBF-2813-9242-573A-7035CD5637B2}"/>
              </a:ext>
            </a:extLst>
          </p:cNvPr>
          <p:cNvSpPr txBox="1"/>
          <p:nvPr/>
        </p:nvSpPr>
        <p:spPr>
          <a:xfrm>
            <a:off x="-3893059" y="2185663"/>
            <a:ext cx="5760000" cy="72481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600" dirty="0" err="1">
                <a:latin typeface="华康少女文字W5(P)"/>
              </a:rPr>
              <a:t>谁</a:t>
            </a:r>
            <a:r>
              <a:rPr sz="3600" dirty="0" err="1">
                <a:solidFill>
                  <a:srgbClr val="FF0000"/>
                </a:solidFill>
                <a:latin typeface="文鼎霹雳体"/>
              </a:rPr>
              <a:t>不讲道理</a:t>
            </a:r>
            <a:endParaRPr sz="3600" dirty="0">
              <a:solidFill>
                <a:srgbClr val="FF0000"/>
              </a:solidFill>
              <a:latin typeface="文鼎霹雳体"/>
            </a:endParaRPr>
          </a:p>
        </p:txBody>
      </p:sp>
      <p:sp>
        <p:nvSpPr>
          <p:cNvPr id="21" name="TextBox 5">
            <a:extLst>
              <a:ext uri="{FF2B5EF4-FFF2-40B4-BE49-F238E27FC236}">
                <a16:creationId xmlns:a16="http://schemas.microsoft.com/office/drawing/2014/main" id="{540D4A1E-AEA3-6FBD-7DD8-1416A4D3AC82}"/>
              </a:ext>
            </a:extLst>
          </p:cNvPr>
          <p:cNvSpPr txBox="1"/>
          <p:nvPr/>
        </p:nvSpPr>
        <p:spPr>
          <a:xfrm>
            <a:off x="-3898231" y="1591316"/>
            <a:ext cx="5760000" cy="594347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200" dirty="0" err="1">
                <a:latin typeface="华康少女文字W5(P)"/>
              </a:rPr>
              <a:t>结婚之后嘛</a:t>
            </a:r>
            <a:endParaRPr sz="3200" dirty="0">
              <a:latin typeface="华康少女文字W5(P)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3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682479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800" dirty="0" err="1">
                <a:latin typeface="华康少女文字W5(P)"/>
              </a:rPr>
              <a:t>很忧郁的眼睛看着你</a:t>
            </a:r>
            <a:endParaRPr sz="4800" dirty="0">
              <a:latin typeface="华康少女文字W5(P)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831665"/>
            <a:ext cx="5760000" cy="72481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936" dirty="0" err="1">
                <a:latin typeface="华康少女文字W5(P)"/>
              </a:rPr>
              <a:t>他就是拿一双</a:t>
            </a:r>
            <a:endParaRPr sz="3936" dirty="0">
              <a:latin typeface="华康少女文字W5(P)"/>
            </a:endParaRP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B71A864B-3EA5-1F17-939B-B76D13C9B5EF}"/>
              </a:ext>
            </a:extLst>
          </p:cNvPr>
          <p:cNvSpPr txBox="1"/>
          <p:nvPr/>
        </p:nvSpPr>
        <p:spPr>
          <a:xfrm rot="16200000">
            <a:off x="-2235680" y="1582916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800">
                <a:latin typeface="华康少女文字W5(P)"/>
              </a:rPr>
              <a:t>他连话都不讲</a:t>
            </a:r>
          </a:p>
        </p:txBody>
      </p:sp>
      <p:sp>
        <p:nvSpPr>
          <p:cNvPr id="17" name="TextBox 3">
            <a:extLst>
              <a:ext uri="{FF2B5EF4-FFF2-40B4-BE49-F238E27FC236}">
                <a16:creationId xmlns:a16="http://schemas.microsoft.com/office/drawing/2014/main" id="{D76D6B28-0B49-51F4-BCDD-A4D8784A8E6C}"/>
              </a:ext>
            </a:extLst>
          </p:cNvPr>
          <p:cNvSpPr txBox="1"/>
          <p:nvPr/>
        </p:nvSpPr>
        <p:spPr>
          <a:xfrm rot="16200000">
            <a:off x="-3051162" y="1667505"/>
            <a:ext cx="5760000" cy="72481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936" dirty="0" err="1">
                <a:latin typeface="华康少女文字W5(P)"/>
              </a:rPr>
              <a:t>最高的境界了</a:t>
            </a:r>
            <a:endParaRPr sz="3936" dirty="0">
              <a:latin typeface="华康少女文字W5(P)"/>
            </a:endParaRPr>
          </a:p>
        </p:txBody>
      </p:sp>
      <p:sp>
        <p:nvSpPr>
          <p:cNvPr id="18" name="TextBox 4">
            <a:extLst>
              <a:ext uri="{FF2B5EF4-FFF2-40B4-BE49-F238E27FC236}">
                <a16:creationId xmlns:a16="http://schemas.microsoft.com/office/drawing/2014/main" id="{02BFE870-6293-3011-F4C3-478EBEB19C54}"/>
              </a:ext>
            </a:extLst>
          </p:cNvPr>
          <p:cNvSpPr txBox="1"/>
          <p:nvPr/>
        </p:nvSpPr>
        <p:spPr>
          <a:xfrm rot="16200000">
            <a:off x="-3710743" y="1732739"/>
            <a:ext cx="5760000" cy="594347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227" dirty="0" err="1">
                <a:latin typeface="华康少女文字W5(P)"/>
              </a:rPr>
              <a:t>不讲道理已经到了</a:t>
            </a:r>
            <a:endParaRPr sz="3227" dirty="0">
              <a:latin typeface="华康少女文字W5(P)"/>
            </a:endParaRPr>
          </a:p>
        </p:txBody>
      </p:sp>
      <p:sp>
        <p:nvSpPr>
          <p:cNvPr id="19" name="TextBox 5">
            <a:extLst>
              <a:ext uri="{FF2B5EF4-FFF2-40B4-BE49-F238E27FC236}">
                <a16:creationId xmlns:a16="http://schemas.microsoft.com/office/drawing/2014/main" id="{11281BB2-6C68-3747-FCD4-0A490465A292}"/>
              </a:ext>
            </a:extLst>
          </p:cNvPr>
          <p:cNvSpPr txBox="1"/>
          <p:nvPr/>
        </p:nvSpPr>
        <p:spPr>
          <a:xfrm rot="16200000">
            <a:off x="-4251600" y="1786230"/>
            <a:ext cx="5760000" cy="48736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2646" dirty="0" err="1">
                <a:latin typeface="华康少女文字W5(P)"/>
              </a:rPr>
              <a:t>我们家里那个</a:t>
            </a:r>
            <a:endParaRPr sz="2646" dirty="0">
              <a:latin typeface="华康少女文字W5(P)"/>
            </a:endParaRPr>
          </a:p>
        </p:txBody>
      </p:sp>
      <p:sp>
        <p:nvSpPr>
          <p:cNvPr id="20" name="TextBox 3">
            <a:extLst>
              <a:ext uri="{FF2B5EF4-FFF2-40B4-BE49-F238E27FC236}">
                <a16:creationId xmlns:a16="http://schemas.microsoft.com/office/drawing/2014/main" id="{81C34876-8C67-031E-2240-0A2352ABE1FC}"/>
              </a:ext>
            </a:extLst>
          </p:cNvPr>
          <p:cNvSpPr txBox="1"/>
          <p:nvPr/>
        </p:nvSpPr>
        <p:spPr>
          <a:xfrm>
            <a:off x="-3868996" y="1947953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400" dirty="0" err="1">
                <a:latin typeface="华康少女文字W5(P)"/>
              </a:rPr>
              <a:t>谁占上风</a:t>
            </a:r>
            <a:endParaRPr sz="4400" dirty="0">
              <a:latin typeface="华康少女文字W5(P)"/>
            </a:endParaRPr>
          </a:p>
        </p:txBody>
      </p:sp>
      <p:sp>
        <p:nvSpPr>
          <p:cNvPr id="21" name="TextBox 4">
            <a:extLst>
              <a:ext uri="{FF2B5EF4-FFF2-40B4-BE49-F238E27FC236}">
                <a16:creationId xmlns:a16="http://schemas.microsoft.com/office/drawing/2014/main" id="{825F07D2-C978-3DD8-E68D-7C0A1D406481}"/>
              </a:ext>
            </a:extLst>
          </p:cNvPr>
          <p:cNvSpPr txBox="1"/>
          <p:nvPr/>
        </p:nvSpPr>
        <p:spPr>
          <a:xfrm>
            <a:off x="-3868996" y="1223139"/>
            <a:ext cx="5760000" cy="72481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600" dirty="0" err="1">
                <a:latin typeface="华康少女文字W5(P)"/>
              </a:rPr>
              <a:t>谁</a:t>
            </a:r>
            <a:r>
              <a:rPr sz="3600" dirty="0" err="1">
                <a:solidFill>
                  <a:srgbClr val="FF0000"/>
                </a:solidFill>
                <a:latin typeface="文鼎霹雳体"/>
              </a:rPr>
              <a:t>不讲道理</a:t>
            </a:r>
            <a:endParaRPr sz="3600" dirty="0">
              <a:solidFill>
                <a:srgbClr val="FF0000"/>
              </a:solidFill>
              <a:latin typeface="文鼎霹雳体"/>
            </a:endParaRPr>
          </a:p>
        </p:txBody>
      </p:sp>
      <p:sp>
        <p:nvSpPr>
          <p:cNvPr id="22" name="TextBox 5">
            <a:extLst>
              <a:ext uri="{FF2B5EF4-FFF2-40B4-BE49-F238E27FC236}">
                <a16:creationId xmlns:a16="http://schemas.microsoft.com/office/drawing/2014/main" id="{67C49F96-F95C-6C74-9FEA-D9997BE059FE}"/>
              </a:ext>
            </a:extLst>
          </p:cNvPr>
          <p:cNvSpPr txBox="1"/>
          <p:nvPr/>
        </p:nvSpPr>
        <p:spPr>
          <a:xfrm>
            <a:off x="-3874168" y="628792"/>
            <a:ext cx="5760000" cy="594347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200" dirty="0" err="1">
                <a:latin typeface="华康少女文字W5(P)"/>
              </a:rPr>
              <a:t>结婚之后嘛</a:t>
            </a:r>
            <a:endParaRPr sz="3200" dirty="0">
              <a:latin typeface="华康少女文字W5(P)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3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682479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800" dirty="0" err="1">
                <a:latin typeface="华康少女文字W5(P)"/>
              </a:rPr>
              <a:t>直到你煮一碗</a:t>
            </a:r>
            <a:r>
              <a:rPr sz="6600" dirty="0" err="1">
                <a:solidFill>
                  <a:schemeClr val="accent6">
                    <a:lumMod val="75000"/>
                  </a:schemeClr>
                </a:solidFill>
                <a:latin typeface="华康少女文字W5(P)"/>
              </a:rPr>
              <a:t>面</a:t>
            </a:r>
            <a:r>
              <a:rPr sz="4800" dirty="0" err="1">
                <a:latin typeface="华康少女文字W5(P)"/>
              </a:rPr>
              <a:t>给他</a:t>
            </a:r>
            <a:endParaRPr sz="4800" dirty="0">
              <a:latin typeface="华康少女文字W5(P)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831665"/>
            <a:ext cx="5760000" cy="72481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936" dirty="0" err="1">
                <a:latin typeface="华康少女文字W5(P)"/>
              </a:rPr>
              <a:t>很忧郁的眼睛看着你</a:t>
            </a:r>
            <a:endParaRPr sz="3936" dirty="0">
              <a:latin typeface="华康少女文字W5(P)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4111317"/>
            <a:ext cx="5760000" cy="594347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227" dirty="0" err="1">
                <a:latin typeface="华康少女文字W5(P)"/>
              </a:rPr>
              <a:t>他就是拿一双</a:t>
            </a:r>
            <a:endParaRPr sz="3227" dirty="0">
              <a:latin typeface="华康少女文字W5(P)"/>
            </a:endParaRP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51C658CC-5D9B-DC44-2294-BB2809E03D92}"/>
              </a:ext>
            </a:extLst>
          </p:cNvPr>
          <p:cNvSpPr txBox="1"/>
          <p:nvPr/>
        </p:nvSpPr>
        <p:spPr>
          <a:xfrm rot="16200000">
            <a:off x="-2235680" y="1029467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800">
                <a:latin typeface="华康少女文字W5(P)"/>
              </a:rPr>
              <a:t>他连话都不讲</a:t>
            </a:r>
          </a:p>
        </p:txBody>
      </p:sp>
      <p:sp>
        <p:nvSpPr>
          <p:cNvPr id="18" name="TextBox 3">
            <a:extLst>
              <a:ext uri="{FF2B5EF4-FFF2-40B4-BE49-F238E27FC236}">
                <a16:creationId xmlns:a16="http://schemas.microsoft.com/office/drawing/2014/main" id="{69F340A6-06F7-05B9-1EDC-CC803C18D8B8}"/>
              </a:ext>
            </a:extLst>
          </p:cNvPr>
          <p:cNvSpPr txBox="1"/>
          <p:nvPr/>
        </p:nvSpPr>
        <p:spPr>
          <a:xfrm rot="16200000">
            <a:off x="-3051162" y="1114056"/>
            <a:ext cx="5760000" cy="72481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936" dirty="0" err="1">
                <a:latin typeface="华康少女文字W5(P)"/>
              </a:rPr>
              <a:t>最高的境界了</a:t>
            </a:r>
            <a:endParaRPr sz="3936" dirty="0">
              <a:latin typeface="华康少女文字W5(P)"/>
            </a:endParaRPr>
          </a:p>
        </p:txBody>
      </p:sp>
      <p:sp>
        <p:nvSpPr>
          <p:cNvPr id="19" name="TextBox 4">
            <a:extLst>
              <a:ext uri="{FF2B5EF4-FFF2-40B4-BE49-F238E27FC236}">
                <a16:creationId xmlns:a16="http://schemas.microsoft.com/office/drawing/2014/main" id="{50B28BFF-D4C7-7574-DF23-61A18DAE0C6E}"/>
              </a:ext>
            </a:extLst>
          </p:cNvPr>
          <p:cNvSpPr txBox="1"/>
          <p:nvPr/>
        </p:nvSpPr>
        <p:spPr>
          <a:xfrm rot="16200000">
            <a:off x="-3710743" y="1179290"/>
            <a:ext cx="5760000" cy="594347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227" dirty="0" err="1">
                <a:latin typeface="华康少女文字W5(P)"/>
              </a:rPr>
              <a:t>不讲道理已经到了</a:t>
            </a:r>
            <a:endParaRPr sz="3227" dirty="0">
              <a:latin typeface="华康少女文字W5(P)"/>
            </a:endParaRPr>
          </a:p>
        </p:txBody>
      </p:sp>
      <p:sp>
        <p:nvSpPr>
          <p:cNvPr id="20" name="TextBox 5">
            <a:extLst>
              <a:ext uri="{FF2B5EF4-FFF2-40B4-BE49-F238E27FC236}">
                <a16:creationId xmlns:a16="http://schemas.microsoft.com/office/drawing/2014/main" id="{6E43A641-E13B-904C-9FF4-940113AA51AD}"/>
              </a:ext>
            </a:extLst>
          </p:cNvPr>
          <p:cNvSpPr txBox="1"/>
          <p:nvPr/>
        </p:nvSpPr>
        <p:spPr>
          <a:xfrm rot="16200000">
            <a:off x="-4251600" y="1232781"/>
            <a:ext cx="5760000" cy="48736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2646" dirty="0" err="1">
                <a:latin typeface="华康少女文字W5(P)"/>
              </a:rPr>
              <a:t>我们家里那个</a:t>
            </a:r>
            <a:endParaRPr sz="2646" dirty="0">
              <a:latin typeface="华康少女文字W5(P)"/>
            </a:endParaRPr>
          </a:p>
        </p:txBody>
      </p:sp>
      <p:sp>
        <p:nvSpPr>
          <p:cNvPr id="21" name="TextBox 3">
            <a:extLst>
              <a:ext uri="{FF2B5EF4-FFF2-40B4-BE49-F238E27FC236}">
                <a16:creationId xmlns:a16="http://schemas.microsoft.com/office/drawing/2014/main" id="{4BAE6B26-3C42-65EC-6A07-AB9EA7EA32F7}"/>
              </a:ext>
            </a:extLst>
          </p:cNvPr>
          <p:cNvSpPr txBox="1"/>
          <p:nvPr/>
        </p:nvSpPr>
        <p:spPr>
          <a:xfrm>
            <a:off x="-3868996" y="1394504"/>
            <a:ext cx="5760000" cy="883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4400" dirty="0" err="1">
                <a:latin typeface="华康少女文字W5(P)"/>
              </a:rPr>
              <a:t>谁占上风</a:t>
            </a:r>
            <a:endParaRPr sz="4400" dirty="0">
              <a:latin typeface="华康少女文字W5(P)"/>
            </a:endParaRPr>
          </a:p>
        </p:txBody>
      </p:sp>
      <p:sp>
        <p:nvSpPr>
          <p:cNvPr id="22" name="TextBox 4">
            <a:extLst>
              <a:ext uri="{FF2B5EF4-FFF2-40B4-BE49-F238E27FC236}">
                <a16:creationId xmlns:a16="http://schemas.microsoft.com/office/drawing/2014/main" id="{8A868B03-7CD4-A516-80A6-727B6D36CA0F}"/>
              </a:ext>
            </a:extLst>
          </p:cNvPr>
          <p:cNvSpPr txBox="1"/>
          <p:nvPr/>
        </p:nvSpPr>
        <p:spPr>
          <a:xfrm>
            <a:off x="-3868996" y="669690"/>
            <a:ext cx="5760000" cy="72481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600" dirty="0" err="1">
                <a:latin typeface="华康少女文字W5(P)"/>
              </a:rPr>
              <a:t>谁</a:t>
            </a:r>
            <a:r>
              <a:rPr sz="3600" dirty="0" err="1">
                <a:solidFill>
                  <a:srgbClr val="FF0000"/>
                </a:solidFill>
                <a:latin typeface="文鼎霹雳体"/>
              </a:rPr>
              <a:t>不讲道理</a:t>
            </a:r>
            <a:endParaRPr sz="3600" dirty="0">
              <a:solidFill>
                <a:srgbClr val="FF0000"/>
              </a:solidFill>
              <a:latin typeface="文鼎霹雳体"/>
            </a:endParaRPr>
          </a:p>
        </p:txBody>
      </p:sp>
      <p:sp>
        <p:nvSpPr>
          <p:cNvPr id="23" name="TextBox 5">
            <a:extLst>
              <a:ext uri="{FF2B5EF4-FFF2-40B4-BE49-F238E27FC236}">
                <a16:creationId xmlns:a16="http://schemas.microsoft.com/office/drawing/2014/main" id="{6AB2D4F6-1065-54FC-D83B-8A283B6FF468}"/>
              </a:ext>
            </a:extLst>
          </p:cNvPr>
          <p:cNvSpPr txBox="1"/>
          <p:nvPr/>
        </p:nvSpPr>
        <p:spPr>
          <a:xfrm>
            <a:off x="-3874168" y="75343"/>
            <a:ext cx="5760000" cy="594347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3200" dirty="0" err="1">
                <a:latin typeface="华康少女文字W5(P)"/>
              </a:rPr>
              <a:t>结婚之后嘛</a:t>
            </a:r>
            <a:endParaRPr sz="3200" dirty="0">
              <a:latin typeface="华康少女文字W5(P)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93</Words>
  <Application>Microsoft Office PowerPoint</Application>
  <PresentationFormat>自定义</PresentationFormat>
  <Paragraphs>93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0" baseType="lpstr">
      <vt:lpstr>华康少女文字W5(P)</vt:lpstr>
      <vt:lpstr>华文行楷</vt:lpstr>
      <vt:lpstr>文鼎霹雳体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Christopher Chen</cp:lastModifiedBy>
  <cp:revision>2</cp:revision>
  <dcterms:created xsi:type="dcterms:W3CDTF">2013-01-27T09:14:16Z</dcterms:created>
  <dcterms:modified xsi:type="dcterms:W3CDTF">2026-05-25T05:52:19Z</dcterms:modified>
  <cp:category/>
</cp:coreProperties>
</file>