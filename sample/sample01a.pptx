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33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2292" t="7736" r="40652" b="28868"/>
          <a:stretch>
            <a:fillRect/>
          </a:stretch>
        </p:blipFill>
        <p:spPr>
          <a:xfrm>
            <a:off x="-1" y="-1"/>
            <a:ext cx="6858001" cy="12192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1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5100" dirty="0" err="1">
                <a:latin typeface="华康少女文字W5(P)"/>
              </a:rPr>
              <a:t>有一句话</a:t>
            </a:r>
            <a:endParaRPr sz="5100" dirty="0">
              <a:latin typeface="华康少女文字W5(P)"/>
            </a:endParaRPr>
          </a:p>
        </p:txBody>
      </p:sp>
    </p:spTree>
  </p:cSld>
  <p:clrMapOvr>
    <a:masterClrMapping/>
  </p:clrMapOvr>
  <p:transition advTm="160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DE29DE33-1167-0B2F-A202-BF44C5C3D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2" t="7736" r="40652" b="28868"/>
          <a:stretch>
            <a:fillRect/>
          </a:stretch>
        </p:blipFill>
        <p:spPr>
          <a:xfrm>
            <a:off x="-1" y="-1"/>
            <a:ext cx="6858001" cy="121920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7100" dirty="0" err="1">
                <a:latin typeface="华康少女文字W5(P)"/>
              </a:rPr>
              <a:t>讲得很对的</a:t>
            </a:r>
            <a:endParaRPr sz="7100" dirty="0">
              <a:latin typeface="华康少女文字W5(P)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690E407-C503-E434-2FEA-DE85D6A820D7}"/>
              </a:ext>
            </a:extLst>
          </p:cNvPr>
          <p:cNvSpPr txBox="1"/>
          <p:nvPr/>
        </p:nvSpPr>
        <p:spPr>
          <a:xfrm>
            <a:off x="914399" y="5010185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1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5100" dirty="0" err="1">
                <a:latin typeface="华康少女文字W5(P)"/>
              </a:rPr>
              <a:t>有一句话</a:t>
            </a:r>
            <a:endParaRPr sz="5100" dirty="0">
              <a:latin typeface="华康少女文字W5(P)"/>
            </a:endParaRPr>
          </a:p>
        </p:txBody>
      </p:sp>
    </p:spTree>
  </p:cSld>
  <p:clrMapOvr>
    <a:masterClrMapping/>
  </p:clrMapOvr>
  <p:transition advTm="272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882B2F7E-35EC-DED6-35D9-9EA6A1626996}"/>
              </a:ext>
            </a:extLst>
          </p:cNvPr>
          <p:cNvGrpSpPr/>
          <p:nvPr/>
        </p:nvGrpSpPr>
        <p:grpSpPr>
          <a:xfrm>
            <a:off x="914399" y="2253343"/>
            <a:ext cx="7641771" cy="4371862"/>
            <a:chOff x="914400" y="3965157"/>
            <a:chExt cx="5029201" cy="2660048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5914005"/>
              <a:ext cx="5029200" cy="711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1500" dirty="0" err="1">
                  <a:latin typeface="华康少女文字W5(P)"/>
                </a:rPr>
                <a:t>我觉得</a:t>
              </a:r>
              <a:endParaRPr sz="11500" dirty="0">
                <a:latin typeface="华康少女文字W5(P)"/>
              </a:endParaRPr>
            </a:p>
          </p:txBody>
        </p:sp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9413E9FE-64E4-7DB1-78A5-0F087967AE6A}"/>
                </a:ext>
              </a:extLst>
            </p:cNvPr>
            <p:cNvSpPr txBox="1"/>
            <p:nvPr/>
          </p:nvSpPr>
          <p:spPr>
            <a:xfrm>
              <a:off x="914401" y="4806985"/>
              <a:ext cx="5029200" cy="711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9600" dirty="0" err="1">
                  <a:latin typeface="华康少女文字W5(P)"/>
                </a:rPr>
                <a:t>讲得很对的</a:t>
              </a:r>
              <a:endParaRPr sz="9600" dirty="0">
                <a:latin typeface="华康少女文字W5(P)"/>
              </a:endParaRPr>
            </a:p>
          </p:txBody>
        </p: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7F236CF3-EFD9-F50A-1218-6B4DE204AB03}"/>
                </a:ext>
              </a:extLst>
            </p:cNvPr>
            <p:cNvSpPr txBox="1"/>
            <p:nvPr/>
          </p:nvSpPr>
          <p:spPr>
            <a:xfrm>
              <a:off x="914400" y="3965157"/>
              <a:ext cx="5029200" cy="711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7200" dirty="0" err="1">
                  <a:solidFill>
                    <a:srgbClr val="FF6B35"/>
                  </a:solidFill>
                  <a:latin typeface="华文行楷"/>
                </a:rPr>
                <a:t>张爱玲</a:t>
              </a:r>
              <a:r>
                <a:rPr sz="7200" dirty="0" err="1">
                  <a:latin typeface="华康少女文字W5(P)"/>
                </a:rPr>
                <a:t>有一句话</a:t>
              </a:r>
              <a:endParaRPr sz="7200" dirty="0">
                <a:latin typeface="华康少女文字W5(P)"/>
              </a:endParaRPr>
            </a:p>
          </p:txBody>
        </p:sp>
      </p:grpSp>
    </p:spTree>
  </p:cSld>
  <p:clrMapOvr>
    <a:masterClrMapping/>
  </p:clrMapOvr>
  <p:transition advTm="368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399" y="5593382"/>
            <a:ext cx="6705600" cy="96983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600" dirty="0" err="1">
                <a:latin typeface="华康少女文字W5(P)"/>
              </a:rPr>
              <a:t>她说</a:t>
            </a:r>
            <a:endParaRPr sz="16600" dirty="0">
              <a:latin typeface="华康少女文字W5(P)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1F333CD0-2328-DFAD-2E29-A7AD1747EBF6}"/>
              </a:ext>
            </a:extLst>
          </p:cNvPr>
          <p:cNvSpPr txBox="1"/>
          <p:nvPr/>
        </p:nvSpPr>
        <p:spPr>
          <a:xfrm>
            <a:off x="914400" y="3257426"/>
            <a:ext cx="10189025" cy="1593946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600" dirty="0" err="1">
                <a:latin typeface="华康少女文字W5(P)"/>
              </a:rPr>
              <a:t>我觉得</a:t>
            </a:r>
            <a:endParaRPr sz="16600" dirty="0">
              <a:latin typeface="华康少女文字W5(P)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8D87E04E-ABFD-E646-CC50-11F500D27A55}"/>
              </a:ext>
            </a:extLst>
          </p:cNvPr>
          <p:cNvSpPr txBox="1"/>
          <p:nvPr/>
        </p:nvSpPr>
        <p:spPr>
          <a:xfrm>
            <a:off x="914403" y="776367"/>
            <a:ext cx="10189025" cy="1593946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800" dirty="0" err="1">
                <a:latin typeface="华康少女文字W5(P)"/>
              </a:rPr>
              <a:t>讲得很对的</a:t>
            </a:r>
            <a:endParaRPr sz="13800" dirty="0">
              <a:latin typeface="华康少女文字W5(P)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98575401-2990-2178-D154-24FF66A5BD9B}"/>
              </a:ext>
            </a:extLst>
          </p:cNvPr>
          <p:cNvSpPr txBox="1"/>
          <p:nvPr/>
        </p:nvSpPr>
        <p:spPr>
          <a:xfrm>
            <a:off x="914400" y="-1110342"/>
            <a:ext cx="10189025" cy="1593946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8800" dirty="0" err="1">
                <a:latin typeface="华康少女文字W5(P)"/>
              </a:rPr>
              <a:t>有一句话</a:t>
            </a:r>
            <a:endParaRPr sz="8800" dirty="0">
              <a:latin typeface="华康少女文字W5(P)"/>
            </a:endParaRPr>
          </a:p>
        </p:txBody>
      </p:sp>
    </p:spTree>
  </p:cSld>
  <p:clrMapOvr>
    <a:masterClrMapping/>
  </p:clrMapOvr>
  <p:transition advTm="450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7100" dirty="0" err="1">
                <a:latin typeface="华康少女文字W5(P)"/>
              </a:rPr>
              <a:t>结婚之后嘛</a:t>
            </a:r>
            <a:endParaRPr sz="7100" dirty="0">
              <a:latin typeface="华康少女文字W5(P)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4B37CE8-A171-D32E-E3D3-5A974F12DD81}"/>
              </a:ext>
            </a:extLst>
          </p:cNvPr>
          <p:cNvSpPr txBox="1"/>
          <p:nvPr/>
        </p:nvSpPr>
        <p:spPr>
          <a:xfrm rot="16200000">
            <a:off x="-3448960" y="2189712"/>
            <a:ext cx="6705600" cy="61900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她说</a:t>
            </a:r>
            <a:endParaRPr sz="8800" dirty="0">
              <a:latin typeface="华康少女文字W5(P)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AD926982-4142-F1C7-BA0C-72E90975214E}"/>
              </a:ext>
            </a:extLst>
          </p:cNvPr>
          <p:cNvSpPr txBox="1"/>
          <p:nvPr/>
        </p:nvSpPr>
        <p:spPr>
          <a:xfrm rot="16200000">
            <a:off x="-6482440" y="248825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我觉得</a:t>
            </a:r>
            <a:endParaRPr sz="8800" dirty="0">
              <a:latin typeface="华康少女文字W5(P)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16C4E33-E3C8-6F05-E678-F74FC14DB0AD}"/>
              </a:ext>
            </a:extLst>
          </p:cNvPr>
          <p:cNvSpPr txBox="1"/>
          <p:nvPr/>
        </p:nvSpPr>
        <p:spPr>
          <a:xfrm rot="16200000">
            <a:off x="-8065993" y="248822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讲得很对的</a:t>
            </a:r>
            <a:endParaRPr sz="8000" dirty="0">
              <a:latin typeface="华康少女文字W5(P)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26D16C84-8313-3855-7350-8B1ACD6E5EAB}"/>
              </a:ext>
            </a:extLst>
          </p:cNvPr>
          <p:cNvSpPr txBox="1"/>
          <p:nvPr/>
        </p:nvSpPr>
        <p:spPr>
          <a:xfrm rot="16200000">
            <a:off x="-9270198" y="248825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0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6000" dirty="0" err="1">
                <a:latin typeface="华康少女文字W5(P)"/>
              </a:rPr>
              <a:t>有一句话</a:t>
            </a:r>
            <a:endParaRPr sz="6000" dirty="0">
              <a:latin typeface="华康少女文字W5(P)"/>
            </a:endParaRPr>
          </a:p>
        </p:txBody>
      </p:sp>
    </p:spTree>
  </p:cSld>
  <p:clrMapOvr>
    <a:masterClrMapping/>
  </p:clrMapOvr>
  <p:transition advTm="624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7100" dirty="0" err="1">
                <a:latin typeface="华康少女文字W5(P)"/>
              </a:rPr>
              <a:t>谁</a:t>
            </a:r>
            <a:r>
              <a:rPr sz="71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71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354585A-8C2A-2BB1-25AF-8576626ED6A5}"/>
              </a:ext>
            </a:extLst>
          </p:cNvPr>
          <p:cNvSpPr txBox="1"/>
          <p:nvPr/>
        </p:nvSpPr>
        <p:spPr>
          <a:xfrm>
            <a:off x="914400" y="4643704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7100" dirty="0" err="1">
                <a:latin typeface="华康少女文字W5(P)"/>
              </a:rPr>
              <a:t>结婚之后嘛</a:t>
            </a:r>
            <a:endParaRPr sz="7100" dirty="0">
              <a:latin typeface="华康少女文字W5(P)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FFB3A80-CDFA-4AB7-8802-A1E18D633E97}"/>
              </a:ext>
            </a:extLst>
          </p:cNvPr>
          <p:cNvSpPr txBox="1"/>
          <p:nvPr/>
        </p:nvSpPr>
        <p:spPr>
          <a:xfrm rot="16200000">
            <a:off x="-3448960" y="981403"/>
            <a:ext cx="6705600" cy="61900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她说</a:t>
            </a:r>
            <a:endParaRPr sz="8800" dirty="0">
              <a:latin typeface="华康少女文字W5(P)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795603C-3791-D7B6-7E9E-F41CC4D44D74}"/>
              </a:ext>
            </a:extLst>
          </p:cNvPr>
          <p:cNvSpPr txBox="1"/>
          <p:nvPr/>
        </p:nvSpPr>
        <p:spPr>
          <a:xfrm rot="16200000">
            <a:off x="-6482440" y="-959484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我觉得</a:t>
            </a:r>
            <a:endParaRPr sz="8800" dirty="0">
              <a:latin typeface="华康少女文字W5(P)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ED2F9A3-B0E7-D096-24D8-35B5BEC4106C}"/>
              </a:ext>
            </a:extLst>
          </p:cNvPr>
          <p:cNvSpPr txBox="1"/>
          <p:nvPr/>
        </p:nvSpPr>
        <p:spPr>
          <a:xfrm rot="16200000">
            <a:off x="-8065993" y="-959487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讲得很对的</a:t>
            </a:r>
            <a:endParaRPr sz="8000" dirty="0">
              <a:latin typeface="华康少女文字W5(P)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E718FF4B-9F10-8262-F7C3-6A8E4FDD65F5}"/>
              </a:ext>
            </a:extLst>
          </p:cNvPr>
          <p:cNvSpPr txBox="1"/>
          <p:nvPr/>
        </p:nvSpPr>
        <p:spPr>
          <a:xfrm rot="16200000">
            <a:off x="-9270198" y="-959484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0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6000" dirty="0" err="1">
                <a:latin typeface="华康少女文字W5(P)"/>
              </a:rPr>
              <a:t>有一句话</a:t>
            </a:r>
            <a:endParaRPr sz="6000" dirty="0">
              <a:latin typeface="华康少女文字W5(P)"/>
            </a:endParaRPr>
          </a:p>
        </p:txBody>
      </p:sp>
    </p:spTree>
  </p:cSld>
  <p:clrMapOvr>
    <a:masterClrMapping/>
  </p:clrMapOvr>
  <p:transition advTm="784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399" y="5670451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谁占上风</a:t>
            </a:r>
            <a:endParaRPr sz="8800" dirty="0">
              <a:latin typeface="华康少女文字W5(P)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5975DA5-F5AB-A259-2C33-0A6C0FE1C52B}"/>
              </a:ext>
            </a:extLst>
          </p:cNvPr>
          <p:cNvSpPr txBox="1"/>
          <p:nvPr/>
        </p:nvSpPr>
        <p:spPr>
          <a:xfrm>
            <a:off x="914399" y="4194664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谁</a:t>
            </a:r>
            <a:r>
              <a:rPr sz="80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80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6A77D42-DA2A-2AC6-BC3A-6F309080DA3F}"/>
              </a:ext>
            </a:extLst>
          </p:cNvPr>
          <p:cNvSpPr txBox="1"/>
          <p:nvPr/>
        </p:nvSpPr>
        <p:spPr>
          <a:xfrm>
            <a:off x="914399" y="2677886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结婚之后嘛</a:t>
            </a:r>
            <a:endParaRPr sz="8000" dirty="0">
              <a:latin typeface="华康少女文字W5(P)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D1AB6B-7D3A-6E7D-1B75-B5488ED4A4CA}"/>
              </a:ext>
            </a:extLst>
          </p:cNvPr>
          <p:cNvGrpSpPr/>
          <p:nvPr/>
        </p:nvGrpSpPr>
        <p:grpSpPr>
          <a:xfrm rot="16200000">
            <a:off x="-8310090" y="-5610551"/>
            <a:ext cx="10189029" cy="6857830"/>
            <a:chOff x="914399" y="-1110342"/>
            <a:chExt cx="10189029" cy="7673556"/>
          </a:xfrm>
        </p:grpSpPr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3096825D-2808-6846-3B61-21FCABC31A31}"/>
                </a:ext>
              </a:extLst>
            </p:cNvPr>
            <p:cNvSpPr txBox="1"/>
            <p:nvPr/>
          </p:nvSpPr>
          <p:spPr>
            <a:xfrm>
              <a:off x="914399" y="5593382"/>
              <a:ext cx="6705600" cy="969832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1500" dirty="0" err="1">
                  <a:latin typeface="华康少女文字W5(P)"/>
                </a:rPr>
                <a:t>她说</a:t>
              </a:r>
              <a:endParaRPr sz="11500" dirty="0">
                <a:latin typeface="华康少女文字W5(P)"/>
              </a:endParaRP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3F54BF32-CDB7-8F64-8101-D8FAABA7F197}"/>
                </a:ext>
              </a:extLst>
            </p:cNvPr>
            <p:cNvSpPr txBox="1"/>
            <p:nvPr/>
          </p:nvSpPr>
          <p:spPr>
            <a:xfrm>
              <a:off x="914400" y="3257426"/>
              <a:ext cx="10189025" cy="1593946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1500" dirty="0" err="1">
                  <a:latin typeface="华康少女文字W5(P)"/>
                </a:rPr>
                <a:t>我觉得</a:t>
              </a:r>
              <a:endParaRPr sz="11500" dirty="0">
                <a:latin typeface="华康少女文字W5(P)"/>
              </a:endParaRPr>
            </a:p>
          </p:txBody>
        </p:sp>
        <p:sp>
          <p:nvSpPr>
            <p:cNvPr id="15" name="TextBox 3">
              <a:extLst>
                <a:ext uri="{FF2B5EF4-FFF2-40B4-BE49-F238E27FC236}">
                  <a16:creationId xmlns:a16="http://schemas.microsoft.com/office/drawing/2014/main" id="{CC21FB8C-6E73-6B5C-61B7-79D72C00E3BE}"/>
                </a:ext>
              </a:extLst>
            </p:cNvPr>
            <p:cNvSpPr txBox="1"/>
            <p:nvPr/>
          </p:nvSpPr>
          <p:spPr>
            <a:xfrm>
              <a:off x="914403" y="776367"/>
              <a:ext cx="10189025" cy="1593946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9600" dirty="0" err="1">
                  <a:latin typeface="华康少女文字W5(P)"/>
                </a:rPr>
                <a:t>讲得很对的</a:t>
              </a:r>
              <a:endParaRPr sz="9600" dirty="0">
                <a:latin typeface="华康少女文字W5(P)"/>
              </a:endParaRPr>
            </a:p>
          </p:txBody>
        </p:sp>
        <p:sp>
          <p:nvSpPr>
            <p:cNvPr id="16" name="TextBox 2">
              <a:extLst>
                <a:ext uri="{FF2B5EF4-FFF2-40B4-BE49-F238E27FC236}">
                  <a16:creationId xmlns:a16="http://schemas.microsoft.com/office/drawing/2014/main" id="{AE084A7A-360C-3AEC-4A85-1028F136EB63}"/>
                </a:ext>
              </a:extLst>
            </p:cNvPr>
            <p:cNvSpPr txBox="1"/>
            <p:nvPr/>
          </p:nvSpPr>
          <p:spPr>
            <a:xfrm>
              <a:off x="914400" y="-1110342"/>
              <a:ext cx="10189025" cy="1593946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7200" dirty="0" err="1">
                  <a:solidFill>
                    <a:srgbClr val="FF6B35"/>
                  </a:solidFill>
                  <a:latin typeface="华文行楷"/>
                </a:rPr>
                <a:t>张爱玲</a:t>
              </a:r>
              <a:r>
                <a:rPr sz="7200" dirty="0" err="1">
                  <a:latin typeface="华康少女文字W5(P)"/>
                </a:rPr>
                <a:t>有一句话</a:t>
              </a:r>
              <a:endParaRPr sz="7200" dirty="0">
                <a:latin typeface="华康少女文字W5(P)"/>
              </a:endParaRPr>
            </a:p>
          </p:txBody>
        </p:sp>
      </p:grpSp>
    </p:spTree>
  </p:cSld>
  <p:clrMapOvr>
    <a:masterClrMapping/>
  </p:clrMapOvr>
  <p:transition advTm="938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latin typeface="华康少女文字W5(P)"/>
              </a:rPr>
              <a:t>我们家里那个</a:t>
            </a:r>
            <a:endParaRPr sz="5900" dirty="0">
              <a:latin typeface="华康少女文字W5(P)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A57A38B-7EA8-A1A5-8FB2-9CDCAAE8745F}"/>
              </a:ext>
            </a:extLst>
          </p:cNvPr>
          <p:cNvSpPr txBox="1"/>
          <p:nvPr/>
        </p:nvSpPr>
        <p:spPr>
          <a:xfrm>
            <a:off x="9894241" y="-183094"/>
            <a:ext cx="6705600" cy="61900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她说</a:t>
            </a:r>
            <a:endParaRPr sz="8800" dirty="0">
              <a:latin typeface="华康少女文字W5(P)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7C06FDDC-06A1-AA55-ADBE-ACF4EF4E1233}"/>
              </a:ext>
            </a:extLst>
          </p:cNvPr>
          <p:cNvSpPr txBox="1"/>
          <p:nvPr/>
        </p:nvSpPr>
        <p:spPr>
          <a:xfrm>
            <a:off x="9894242" y="-1674034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我觉得</a:t>
            </a:r>
            <a:endParaRPr sz="8800" dirty="0">
              <a:latin typeface="华康少女文字W5(P)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3D8EC1A0-BC50-23DA-B1CE-93DE0B816EDF}"/>
              </a:ext>
            </a:extLst>
          </p:cNvPr>
          <p:cNvSpPr txBox="1"/>
          <p:nvPr/>
        </p:nvSpPr>
        <p:spPr>
          <a:xfrm>
            <a:off x="9894245" y="-3257587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讲得很对的</a:t>
            </a:r>
            <a:endParaRPr sz="8000" dirty="0">
              <a:latin typeface="华康少女文字W5(P)"/>
            </a:endParaRP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36CB42DB-7852-A92E-AA55-5FE0C2EB3739}"/>
              </a:ext>
            </a:extLst>
          </p:cNvPr>
          <p:cNvSpPr txBox="1"/>
          <p:nvPr/>
        </p:nvSpPr>
        <p:spPr>
          <a:xfrm>
            <a:off x="9894242" y="-4461792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0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6000" dirty="0" err="1">
                <a:latin typeface="华康少女文字W5(P)"/>
              </a:rPr>
              <a:t>有一句话</a:t>
            </a:r>
            <a:endParaRPr sz="6000" dirty="0">
              <a:latin typeface="华康少女文字W5(P)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48AECC25-5912-EC20-44FB-019B80512135}"/>
              </a:ext>
            </a:extLst>
          </p:cNvPr>
          <p:cNvSpPr txBox="1"/>
          <p:nvPr/>
        </p:nvSpPr>
        <p:spPr>
          <a:xfrm rot="5400000">
            <a:off x="2825230" y="4387888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谁占上风</a:t>
            </a:r>
            <a:endParaRPr sz="8800" dirty="0">
              <a:latin typeface="华康少女文字W5(P)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8E2C63E-84A0-570F-9977-861528F49B98}"/>
              </a:ext>
            </a:extLst>
          </p:cNvPr>
          <p:cNvSpPr txBox="1"/>
          <p:nvPr/>
        </p:nvSpPr>
        <p:spPr>
          <a:xfrm rot="5400000">
            <a:off x="4301018" y="4387888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谁</a:t>
            </a:r>
            <a:r>
              <a:rPr sz="80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80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832D3B3-EA5D-71F2-56CE-88B7F5AE9639}"/>
              </a:ext>
            </a:extLst>
          </p:cNvPr>
          <p:cNvSpPr txBox="1"/>
          <p:nvPr/>
        </p:nvSpPr>
        <p:spPr>
          <a:xfrm rot="5400000">
            <a:off x="5817796" y="4387888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结婚之后嘛</a:t>
            </a:r>
            <a:endParaRPr sz="8000" dirty="0">
              <a:latin typeface="华康少女文字W5(P)"/>
            </a:endParaRPr>
          </a:p>
        </p:txBody>
      </p:sp>
    </p:spTree>
  </p:cSld>
  <p:clrMapOvr>
    <a:masterClrMapping/>
  </p:clrMapOvr>
  <p:transition advTm="1072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400" dirty="0" err="1">
                <a:latin typeface="华康少女文字W5(P)"/>
              </a:rPr>
              <a:t>不讲道理已经到了</a:t>
            </a:r>
            <a:endParaRPr sz="4400" dirty="0">
              <a:latin typeface="华康少女文字W5(P)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BC50999-2369-1804-A6E8-1EA784782C0E}"/>
              </a:ext>
            </a:extLst>
          </p:cNvPr>
          <p:cNvSpPr txBox="1"/>
          <p:nvPr/>
        </p:nvSpPr>
        <p:spPr>
          <a:xfrm>
            <a:off x="914400" y="4839646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800" dirty="0" err="1">
                <a:latin typeface="华康少女文字W5(P)"/>
              </a:rPr>
              <a:t>我们家里那个</a:t>
            </a:r>
            <a:endParaRPr sz="4800" dirty="0">
              <a:latin typeface="华康少女文字W5(P)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2F1544-0017-AAE4-D02F-62AEC09773B1}"/>
              </a:ext>
            </a:extLst>
          </p:cNvPr>
          <p:cNvGrpSpPr/>
          <p:nvPr/>
        </p:nvGrpSpPr>
        <p:grpSpPr>
          <a:xfrm>
            <a:off x="8162137" y="-3374152"/>
            <a:ext cx="8351357" cy="3880353"/>
            <a:chOff x="914399" y="-1110342"/>
            <a:chExt cx="10189029" cy="7673556"/>
          </a:xfrm>
        </p:grpSpPr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3A82FC87-0137-FA62-3FA0-1D88C02F2DF9}"/>
                </a:ext>
              </a:extLst>
            </p:cNvPr>
            <p:cNvSpPr txBox="1"/>
            <p:nvPr/>
          </p:nvSpPr>
          <p:spPr>
            <a:xfrm>
              <a:off x="914399" y="5593382"/>
              <a:ext cx="6705600" cy="969832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7200" dirty="0" err="1">
                  <a:latin typeface="华康少女文字W5(P)"/>
                </a:rPr>
                <a:t>她说</a:t>
              </a:r>
              <a:endParaRPr sz="7200" dirty="0">
                <a:latin typeface="华康少女文字W5(P)"/>
              </a:endParaRPr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B5A5D0DC-FD29-28A9-E239-B24E0F09EB59}"/>
                </a:ext>
              </a:extLst>
            </p:cNvPr>
            <p:cNvSpPr txBox="1"/>
            <p:nvPr/>
          </p:nvSpPr>
          <p:spPr>
            <a:xfrm>
              <a:off x="914400" y="3257426"/>
              <a:ext cx="10189025" cy="1593946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7200" dirty="0" err="1">
                  <a:latin typeface="华康少女文字W5(P)"/>
                </a:rPr>
                <a:t>我觉得</a:t>
              </a:r>
              <a:endParaRPr sz="7200" dirty="0">
                <a:latin typeface="华康少女文字W5(P)"/>
              </a:endParaRPr>
            </a:p>
          </p:txBody>
        </p:sp>
        <p:sp>
          <p:nvSpPr>
            <p:cNvPr id="16" name="TextBox 3">
              <a:extLst>
                <a:ext uri="{FF2B5EF4-FFF2-40B4-BE49-F238E27FC236}">
                  <a16:creationId xmlns:a16="http://schemas.microsoft.com/office/drawing/2014/main" id="{45B7BEDB-83DA-1516-18A8-DA939D8E57A9}"/>
                </a:ext>
              </a:extLst>
            </p:cNvPr>
            <p:cNvSpPr txBox="1"/>
            <p:nvPr/>
          </p:nvSpPr>
          <p:spPr>
            <a:xfrm>
              <a:off x="914403" y="776367"/>
              <a:ext cx="10189025" cy="1593946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6600" dirty="0" err="1">
                  <a:latin typeface="华康少女文字W5(P)"/>
                </a:rPr>
                <a:t>讲得很对的</a:t>
              </a:r>
              <a:endParaRPr sz="6600" dirty="0">
                <a:latin typeface="华康少女文字W5(P)"/>
              </a:endParaRPr>
            </a:p>
          </p:txBody>
        </p:sp>
        <p:sp>
          <p:nvSpPr>
            <p:cNvPr id="17" name="TextBox 2">
              <a:extLst>
                <a:ext uri="{FF2B5EF4-FFF2-40B4-BE49-F238E27FC236}">
                  <a16:creationId xmlns:a16="http://schemas.microsoft.com/office/drawing/2014/main" id="{AF38CA6B-16C0-61CB-4F48-513943AB9FA1}"/>
                </a:ext>
              </a:extLst>
            </p:cNvPr>
            <p:cNvSpPr txBox="1"/>
            <p:nvPr/>
          </p:nvSpPr>
          <p:spPr>
            <a:xfrm>
              <a:off x="914400" y="-1110342"/>
              <a:ext cx="10189025" cy="1593946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4800" dirty="0" err="1">
                  <a:solidFill>
                    <a:srgbClr val="FF6B35"/>
                  </a:solidFill>
                  <a:latin typeface="华文行楷"/>
                </a:rPr>
                <a:t>张爱玲</a:t>
              </a:r>
              <a:r>
                <a:rPr sz="4800" dirty="0" err="1">
                  <a:latin typeface="华康少女文字W5(P)"/>
                </a:rPr>
                <a:t>有一句话</a:t>
              </a:r>
              <a:endParaRPr sz="4800" dirty="0">
                <a:latin typeface="华康少女文字W5(P)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F614B6E-BB26-DFCE-6330-550E6AFA0DE6}"/>
              </a:ext>
            </a:extLst>
          </p:cNvPr>
          <p:cNvGrpSpPr/>
          <p:nvPr/>
        </p:nvGrpSpPr>
        <p:grpSpPr>
          <a:xfrm rot="5400000">
            <a:off x="3035790" y="3343363"/>
            <a:ext cx="7260128" cy="2992565"/>
            <a:chOff x="914400" y="3468049"/>
            <a:chExt cx="5029200" cy="3095164"/>
          </a:xfrm>
        </p:grpSpPr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20AB76EB-14F6-202B-C5A2-5116E96C686E}"/>
                </a:ext>
              </a:extLst>
            </p:cNvPr>
            <p:cNvSpPr txBox="1"/>
            <p:nvPr/>
          </p:nvSpPr>
          <p:spPr>
            <a:xfrm>
              <a:off x="914400" y="5852013"/>
              <a:ext cx="5029200" cy="711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7200" dirty="0" err="1">
                  <a:latin typeface="华康少女文字W5(P)"/>
                </a:rPr>
                <a:t>谁占上风</a:t>
              </a:r>
              <a:endParaRPr sz="7200" dirty="0">
                <a:latin typeface="华康少女文字W5(P)"/>
              </a:endParaRPr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6B112506-F4A3-0D7E-1EC2-1D41B5165D5E}"/>
                </a:ext>
              </a:extLst>
            </p:cNvPr>
            <p:cNvSpPr txBox="1"/>
            <p:nvPr/>
          </p:nvSpPr>
          <p:spPr>
            <a:xfrm>
              <a:off x="914400" y="4676358"/>
              <a:ext cx="5029200" cy="711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6600" dirty="0" err="1">
                  <a:latin typeface="华康少女文字W5(P)"/>
                </a:rPr>
                <a:t>谁</a:t>
              </a:r>
              <a:r>
                <a:rPr sz="6600" dirty="0" err="1">
                  <a:solidFill>
                    <a:srgbClr val="FF0000"/>
                  </a:solidFill>
                  <a:latin typeface="文鼎霹雳体"/>
                </a:rPr>
                <a:t>不讲道理</a:t>
              </a:r>
              <a:endParaRPr sz="6600" dirty="0">
                <a:solidFill>
                  <a:srgbClr val="FF0000"/>
                </a:solidFill>
                <a:latin typeface="文鼎霹雳体"/>
              </a:endParaRP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DA855D01-8C1C-6E4C-9B6F-CCD801C643E5}"/>
                </a:ext>
              </a:extLst>
            </p:cNvPr>
            <p:cNvSpPr txBox="1"/>
            <p:nvPr/>
          </p:nvSpPr>
          <p:spPr>
            <a:xfrm>
              <a:off x="914400" y="3468049"/>
              <a:ext cx="5029200" cy="711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6600" dirty="0" err="1">
                  <a:latin typeface="华康少女文字W5(P)"/>
                </a:rPr>
                <a:t>结婚之后嘛</a:t>
              </a:r>
              <a:endParaRPr sz="6600" dirty="0">
                <a:latin typeface="华康少女文字W5(P)"/>
              </a:endParaRPr>
            </a:p>
          </p:txBody>
        </p:sp>
      </p:grpSp>
    </p:spTree>
  </p:cSld>
  <p:clrMapOvr>
    <a:masterClrMapping/>
  </p:clrMapOvr>
  <p:transition advTm="1208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4161099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latin typeface="华康少女文字W5(P)"/>
              </a:rPr>
              <a:t>我们家里那个</a:t>
            </a:r>
            <a:endParaRPr sz="5900" dirty="0">
              <a:latin typeface="华康少女文字W5(P)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0392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400" dirty="0" err="1">
                <a:latin typeface="华康少女文字W5(P)"/>
              </a:rPr>
              <a:t>不讲道理已经到了</a:t>
            </a:r>
            <a:endParaRPr sz="4400" dirty="0">
              <a:latin typeface="华康少女文字W5(P)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solidFill>
                  <a:srgbClr val="FF0000"/>
                </a:solidFill>
                <a:latin typeface="华康少女文字W5(P)"/>
              </a:rPr>
              <a:t>最高</a:t>
            </a:r>
            <a:r>
              <a:rPr sz="5900" dirty="0" err="1">
                <a:latin typeface="华康少女文字W5(P)"/>
              </a:rPr>
              <a:t>的境界了</a:t>
            </a:r>
            <a:endParaRPr sz="5900" dirty="0">
              <a:latin typeface="华康少女文字W5(P)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7C7AA7E9-F3FE-E8EF-E0F8-C2FE138AE36D}"/>
              </a:ext>
            </a:extLst>
          </p:cNvPr>
          <p:cNvSpPr txBox="1"/>
          <p:nvPr/>
        </p:nvSpPr>
        <p:spPr>
          <a:xfrm>
            <a:off x="9894241" y="-1587345"/>
            <a:ext cx="6705600" cy="61900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她说</a:t>
            </a:r>
            <a:endParaRPr sz="8800" dirty="0">
              <a:latin typeface="华康少女文字W5(P)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86BA8890-BD73-0921-3FB8-9ACB006E90E6}"/>
              </a:ext>
            </a:extLst>
          </p:cNvPr>
          <p:cNvSpPr txBox="1"/>
          <p:nvPr/>
        </p:nvSpPr>
        <p:spPr>
          <a:xfrm>
            <a:off x="9894242" y="-3078285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我觉得</a:t>
            </a:r>
            <a:endParaRPr sz="8800" dirty="0">
              <a:latin typeface="华康少女文字W5(P)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F23D20E1-854A-AE7A-27FB-1AF9B1D4937D}"/>
              </a:ext>
            </a:extLst>
          </p:cNvPr>
          <p:cNvSpPr txBox="1"/>
          <p:nvPr/>
        </p:nvSpPr>
        <p:spPr>
          <a:xfrm>
            <a:off x="9894245" y="-4661838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讲得很对的</a:t>
            </a:r>
            <a:endParaRPr sz="8000" dirty="0">
              <a:latin typeface="华康少女文字W5(P)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5245F6DC-48AD-6F02-E4E0-95889A990F12}"/>
              </a:ext>
            </a:extLst>
          </p:cNvPr>
          <p:cNvSpPr txBox="1"/>
          <p:nvPr/>
        </p:nvSpPr>
        <p:spPr>
          <a:xfrm>
            <a:off x="9894242" y="-5866043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0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6000" dirty="0" err="1">
                <a:latin typeface="华康少女文字W5(P)"/>
              </a:rPr>
              <a:t>有一句话</a:t>
            </a:r>
            <a:endParaRPr sz="6000" dirty="0">
              <a:latin typeface="华康少女文字W5(P)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57518AC7-32F2-A36D-0843-472E97F273E1}"/>
              </a:ext>
            </a:extLst>
          </p:cNvPr>
          <p:cNvSpPr txBox="1"/>
          <p:nvPr/>
        </p:nvSpPr>
        <p:spPr>
          <a:xfrm rot="5400000">
            <a:off x="2825230" y="2983637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谁占上风</a:t>
            </a:r>
            <a:endParaRPr sz="8800" dirty="0">
              <a:latin typeface="华康少女文字W5(P)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1296DEA5-4A37-E324-4F00-6202ED2052E4}"/>
              </a:ext>
            </a:extLst>
          </p:cNvPr>
          <p:cNvSpPr txBox="1"/>
          <p:nvPr/>
        </p:nvSpPr>
        <p:spPr>
          <a:xfrm rot="5400000">
            <a:off x="4301018" y="2983637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谁</a:t>
            </a:r>
            <a:r>
              <a:rPr sz="80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80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5C369099-B639-04D5-AEFE-47379C1D033C}"/>
              </a:ext>
            </a:extLst>
          </p:cNvPr>
          <p:cNvSpPr txBox="1"/>
          <p:nvPr/>
        </p:nvSpPr>
        <p:spPr>
          <a:xfrm rot="5400000">
            <a:off x="5817796" y="2983637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结婚之后嘛</a:t>
            </a:r>
            <a:endParaRPr sz="8000" dirty="0">
              <a:latin typeface="华康少女文字W5(P)"/>
            </a:endParaRPr>
          </a:p>
        </p:txBody>
      </p:sp>
    </p:spTree>
  </p:cSld>
  <p:clrMapOvr>
    <a:masterClrMapping/>
  </p:clrMapOvr>
  <p:transition advTm="1400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latin typeface="华康少女文字W5(P)"/>
              </a:rPr>
              <a:t>他连话都不讲</a:t>
            </a:r>
            <a:endParaRPr sz="5900" dirty="0">
              <a:latin typeface="华康少女文字W5(P)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DCD4650C-FEC3-EF89-3C3C-1987B8DA2B05}"/>
              </a:ext>
            </a:extLst>
          </p:cNvPr>
          <p:cNvSpPr txBox="1"/>
          <p:nvPr/>
        </p:nvSpPr>
        <p:spPr>
          <a:xfrm>
            <a:off x="914400" y="3279360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latin typeface="华康少女文字W5(P)"/>
              </a:rPr>
              <a:t>我们家里那个</a:t>
            </a:r>
            <a:endParaRPr sz="5900" dirty="0">
              <a:latin typeface="华康少女文字W5(P)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8C1316E3-364C-2199-F8A1-E2D0E37D3617}"/>
              </a:ext>
            </a:extLst>
          </p:cNvPr>
          <p:cNvSpPr txBox="1"/>
          <p:nvPr/>
        </p:nvSpPr>
        <p:spPr>
          <a:xfrm>
            <a:off x="914400" y="4157474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400" dirty="0" err="1">
                <a:latin typeface="华康少女文字W5(P)"/>
              </a:rPr>
              <a:t>不讲道理已经到了</a:t>
            </a:r>
            <a:endParaRPr sz="4400" dirty="0">
              <a:latin typeface="华康少女文字W5(P)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00386D2-1C63-4825-B55C-A09D1D3E096E}"/>
              </a:ext>
            </a:extLst>
          </p:cNvPr>
          <p:cNvSpPr txBox="1"/>
          <p:nvPr/>
        </p:nvSpPr>
        <p:spPr>
          <a:xfrm>
            <a:off x="914400" y="4970274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solidFill>
                  <a:srgbClr val="FF0000"/>
                </a:solidFill>
                <a:latin typeface="华康少女文字W5(P)"/>
              </a:rPr>
              <a:t>最高</a:t>
            </a:r>
            <a:r>
              <a:rPr sz="5900" dirty="0" err="1">
                <a:latin typeface="华康少女文字W5(P)"/>
              </a:rPr>
              <a:t>的境界了</a:t>
            </a:r>
            <a:endParaRPr sz="5900" dirty="0">
              <a:latin typeface="华康少女文字W5(P)"/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C0600C-23C2-BC75-2783-2CC20515A623}"/>
              </a:ext>
            </a:extLst>
          </p:cNvPr>
          <p:cNvSpPr txBox="1"/>
          <p:nvPr/>
        </p:nvSpPr>
        <p:spPr>
          <a:xfrm>
            <a:off x="9894241" y="-2469084"/>
            <a:ext cx="6705600" cy="61900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她说</a:t>
            </a:r>
            <a:endParaRPr sz="8800" dirty="0">
              <a:latin typeface="华康少女文字W5(P)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949E9F71-DF7E-0992-9B16-EB5609647BCE}"/>
              </a:ext>
            </a:extLst>
          </p:cNvPr>
          <p:cNvSpPr txBox="1"/>
          <p:nvPr/>
        </p:nvSpPr>
        <p:spPr>
          <a:xfrm>
            <a:off x="9894242" y="-3960024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我觉得</a:t>
            </a:r>
            <a:endParaRPr sz="8800" dirty="0">
              <a:latin typeface="华康少女文字W5(P)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3770497E-8659-1DCC-2EF8-8F54EB55B8EB}"/>
              </a:ext>
            </a:extLst>
          </p:cNvPr>
          <p:cNvSpPr txBox="1"/>
          <p:nvPr/>
        </p:nvSpPr>
        <p:spPr>
          <a:xfrm>
            <a:off x="9894245" y="-5543577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讲得很对的</a:t>
            </a:r>
            <a:endParaRPr sz="8000" dirty="0">
              <a:latin typeface="华康少女文字W5(P)"/>
            </a:endParaRP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71B025A7-06EC-E56F-C322-E0A8C54ED2A5}"/>
              </a:ext>
            </a:extLst>
          </p:cNvPr>
          <p:cNvSpPr txBox="1"/>
          <p:nvPr/>
        </p:nvSpPr>
        <p:spPr>
          <a:xfrm>
            <a:off x="9894242" y="-6747782"/>
            <a:ext cx="10189025" cy="101734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000" dirty="0" err="1">
                <a:solidFill>
                  <a:srgbClr val="FF6B35"/>
                </a:solidFill>
                <a:latin typeface="华文行楷"/>
              </a:rPr>
              <a:t>张爱玲</a:t>
            </a:r>
            <a:r>
              <a:rPr sz="6000" dirty="0" err="1">
                <a:latin typeface="华康少女文字W5(P)"/>
              </a:rPr>
              <a:t>有一句话</a:t>
            </a:r>
            <a:endParaRPr sz="6000" dirty="0">
              <a:latin typeface="华康少女文字W5(P)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BA7FBD27-2CC6-2045-0C5B-11424748CFF5}"/>
              </a:ext>
            </a:extLst>
          </p:cNvPr>
          <p:cNvSpPr txBox="1"/>
          <p:nvPr/>
        </p:nvSpPr>
        <p:spPr>
          <a:xfrm rot="5400000">
            <a:off x="2825230" y="2101898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谁占上风</a:t>
            </a:r>
            <a:endParaRPr sz="8800" dirty="0">
              <a:latin typeface="华康少女文字W5(P)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F22A262-046D-2FDD-3D28-C543899224E3}"/>
              </a:ext>
            </a:extLst>
          </p:cNvPr>
          <p:cNvSpPr txBox="1"/>
          <p:nvPr/>
        </p:nvSpPr>
        <p:spPr>
          <a:xfrm rot="5400000">
            <a:off x="4301018" y="2101898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谁</a:t>
            </a:r>
            <a:r>
              <a:rPr sz="80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80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08408A9-6105-035B-4065-C8490CE3C16E}"/>
              </a:ext>
            </a:extLst>
          </p:cNvPr>
          <p:cNvSpPr txBox="1"/>
          <p:nvPr/>
        </p:nvSpPr>
        <p:spPr>
          <a:xfrm rot="5400000">
            <a:off x="5817796" y="2101898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结婚之后嘛</a:t>
            </a:r>
            <a:endParaRPr sz="8000" dirty="0">
              <a:latin typeface="华康少女文字W5(P)"/>
            </a:endParaRPr>
          </a:p>
        </p:txBody>
      </p:sp>
    </p:spTree>
  </p:cSld>
  <p:clrMapOvr>
    <a:masterClrMapping/>
  </p:clrMapOvr>
  <p:transition advTm="1538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latin typeface="华康少女文字W5(P)"/>
              </a:rPr>
              <a:t>他就是拿一双</a:t>
            </a:r>
            <a:endParaRPr sz="5900" dirty="0">
              <a:latin typeface="华康少女文字W5(P)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5C821162-47FC-504F-094C-17F098938CD9}"/>
              </a:ext>
            </a:extLst>
          </p:cNvPr>
          <p:cNvSpPr txBox="1"/>
          <p:nvPr/>
        </p:nvSpPr>
        <p:spPr>
          <a:xfrm rot="16200000">
            <a:off x="-2119087" y="3337411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latin typeface="华康少女文字W5(P)"/>
              </a:rPr>
              <a:t>他连话都不讲</a:t>
            </a:r>
            <a:endParaRPr sz="5900" dirty="0">
              <a:latin typeface="华康少女文字W5(P)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C93B99E-62FA-EE01-43E9-D6508660CEEB}"/>
              </a:ext>
            </a:extLst>
          </p:cNvPr>
          <p:cNvSpPr txBox="1"/>
          <p:nvPr/>
        </p:nvSpPr>
        <p:spPr>
          <a:xfrm rot="16200000">
            <a:off x="-4691740" y="3337411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latin typeface="华康少女文字W5(P)"/>
              </a:rPr>
              <a:t>我们家里那个</a:t>
            </a:r>
            <a:endParaRPr sz="5900" dirty="0">
              <a:latin typeface="华康少女文字W5(P)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17E86CA-6F89-17A2-FC54-D8EB95676859}"/>
              </a:ext>
            </a:extLst>
          </p:cNvPr>
          <p:cNvSpPr txBox="1"/>
          <p:nvPr/>
        </p:nvSpPr>
        <p:spPr>
          <a:xfrm rot="16200000">
            <a:off x="-3813625" y="3337411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400" dirty="0" err="1">
                <a:latin typeface="华康少女文字W5(P)"/>
              </a:rPr>
              <a:t>不讲道理已经到了</a:t>
            </a:r>
            <a:endParaRPr sz="4400" dirty="0">
              <a:latin typeface="华康少女文字W5(P)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39D81B80-7116-A54F-32C0-2A367317641F}"/>
              </a:ext>
            </a:extLst>
          </p:cNvPr>
          <p:cNvSpPr txBox="1"/>
          <p:nvPr/>
        </p:nvSpPr>
        <p:spPr>
          <a:xfrm rot="16200000">
            <a:off x="-3000826" y="3337411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900" dirty="0" err="1">
                <a:solidFill>
                  <a:srgbClr val="FF0000"/>
                </a:solidFill>
                <a:latin typeface="华康少女文字W5(P)"/>
              </a:rPr>
              <a:t>最高</a:t>
            </a:r>
            <a:r>
              <a:rPr sz="5900" dirty="0" err="1">
                <a:latin typeface="华康少女文字W5(P)"/>
              </a:rPr>
              <a:t>的境界了</a:t>
            </a:r>
            <a:endParaRPr sz="5900" dirty="0">
              <a:latin typeface="华康少女文字W5(P)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206FCA18-68FD-6A0F-40B0-6C8FB2BBFF97}"/>
              </a:ext>
            </a:extLst>
          </p:cNvPr>
          <p:cNvSpPr txBox="1"/>
          <p:nvPr/>
        </p:nvSpPr>
        <p:spPr>
          <a:xfrm>
            <a:off x="-6893884" y="220337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800" dirty="0" err="1">
                <a:latin typeface="华康少女文字W5(P)"/>
              </a:rPr>
              <a:t>谁占上风</a:t>
            </a:r>
            <a:endParaRPr sz="8800" dirty="0">
              <a:latin typeface="华康少女文字W5(P)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6CD386AA-2B3B-B574-9241-340CE091978E}"/>
              </a:ext>
            </a:extLst>
          </p:cNvPr>
          <p:cNvSpPr txBox="1"/>
          <p:nvPr/>
        </p:nvSpPr>
        <p:spPr>
          <a:xfrm>
            <a:off x="-6893884" y="-1255451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谁</a:t>
            </a:r>
            <a:r>
              <a:rPr sz="80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80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184CBF94-8D21-6CF5-F913-21A44B93F8FC}"/>
              </a:ext>
            </a:extLst>
          </p:cNvPr>
          <p:cNvSpPr txBox="1"/>
          <p:nvPr/>
        </p:nvSpPr>
        <p:spPr>
          <a:xfrm>
            <a:off x="-6893884" y="-2772229"/>
            <a:ext cx="7260127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0" dirty="0" err="1">
                <a:latin typeface="华康少女文字W5(P)"/>
              </a:rPr>
              <a:t>结婚之后嘛</a:t>
            </a:r>
            <a:endParaRPr sz="8000" dirty="0">
              <a:latin typeface="华康少女文字W5(P)"/>
            </a:endParaRPr>
          </a:p>
        </p:txBody>
      </p:sp>
    </p:spTree>
  </p:cSld>
  <p:clrMapOvr>
    <a:masterClrMapping/>
  </p:clrMapOvr>
  <p:transition advTm="1776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900" dirty="0" err="1">
                <a:latin typeface="华康少女文字W5(P)"/>
              </a:rPr>
              <a:t>很忧郁的眼睛看着你</a:t>
            </a:r>
            <a:endParaRPr sz="3900" dirty="0">
              <a:latin typeface="华康少女文字W5(P)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27DB56AC-21FD-609A-4FBC-293D418C5292}"/>
              </a:ext>
            </a:extLst>
          </p:cNvPr>
          <p:cNvSpPr txBox="1"/>
          <p:nvPr/>
        </p:nvSpPr>
        <p:spPr>
          <a:xfrm>
            <a:off x="914400" y="4774326"/>
            <a:ext cx="6857828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latin typeface="华康少女文字W5(P)"/>
              </a:rPr>
              <a:t>他就是拿一双</a:t>
            </a:r>
            <a:endParaRPr sz="6600" dirty="0">
              <a:latin typeface="华康少女文字W5(P)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3CFD1-CF2D-52F9-0419-BC3408124638}"/>
              </a:ext>
            </a:extLst>
          </p:cNvPr>
          <p:cNvSpPr txBox="1"/>
          <p:nvPr/>
        </p:nvSpPr>
        <p:spPr>
          <a:xfrm rot="16200000">
            <a:off x="-3330549" y="1048261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latin typeface="华康少女文字W5(P)"/>
              </a:rPr>
              <a:t>他连话都不讲</a:t>
            </a:r>
            <a:endParaRPr sz="6600" dirty="0">
              <a:latin typeface="华康少女文字W5(P)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0A8A75CD-F649-611E-DDBB-10F9CDF118AC}"/>
              </a:ext>
            </a:extLst>
          </p:cNvPr>
          <p:cNvSpPr txBox="1"/>
          <p:nvPr/>
        </p:nvSpPr>
        <p:spPr>
          <a:xfrm rot="16200000">
            <a:off x="-6707693" y="1048261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latin typeface="华康少女文字W5(P)"/>
              </a:rPr>
              <a:t>我们家里那个</a:t>
            </a:r>
            <a:endParaRPr sz="6600" dirty="0">
              <a:latin typeface="华康少女文字W5(P)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5258BC9F-BBF8-A5A3-F9E8-63758BBC1EE4}"/>
              </a:ext>
            </a:extLst>
          </p:cNvPr>
          <p:cNvSpPr txBox="1"/>
          <p:nvPr/>
        </p:nvSpPr>
        <p:spPr>
          <a:xfrm rot="16200000">
            <a:off x="-5554984" y="1048261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400" dirty="0" err="1">
                <a:latin typeface="华康少女文字W5(P)"/>
              </a:rPr>
              <a:t>不讲道理已经到了</a:t>
            </a:r>
            <a:endParaRPr sz="5400" dirty="0">
              <a:latin typeface="华康少女文字W5(P)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1FDC14CE-32BE-62EA-FD00-4C6B8D28235A}"/>
              </a:ext>
            </a:extLst>
          </p:cNvPr>
          <p:cNvSpPr txBox="1"/>
          <p:nvPr/>
        </p:nvSpPr>
        <p:spPr>
          <a:xfrm rot="16200000">
            <a:off x="-4488016" y="1048261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solidFill>
                  <a:srgbClr val="FF0000"/>
                </a:solidFill>
                <a:latin typeface="华康少女文字W5(P)"/>
              </a:rPr>
              <a:t>最高</a:t>
            </a:r>
            <a:r>
              <a:rPr sz="6600" dirty="0" err="1">
                <a:latin typeface="华康少女文字W5(P)"/>
              </a:rPr>
              <a:t>的境界了</a:t>
            </a:r>
            <a:endParaRPr sz="6600" dirty="0">
              <a:latin typeface="华康少女文字W5(P)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1D031196-09B4-2FA6-09CE-1D125B7C796B}"/>
              </a:ext>
            </a:extLst>
          </p:cNvPr>
          <p:cNvSpPr txBox="1"/>
          <p:nvPr/>
        </p:nvSpPr>
        <p:spPr>
          <a:xfrm>
            <a:off x="-9281604" y="-1779142"/>
            <a:ext cx="7808284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500" dirty="0" err="1">
                <a:latin typeface="华康少女文字W5(P)"/>
              </a:rPr>
              <a:t>谁占上风</a:t>
            </a:r>
            <a:endParaRPr sz="11500" dirty="0">
              <a:latin typeface="华康少女文字W5(P)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5B26734A-29A0-CCD6-DB8C-8DBFB745180F}"/>
              </a:ext>
            </a:extLst>
          </p:cNvPr>
          <p:cNvSpPr txBox="1"/>
          <p:nvPr/>
        </p:nvSpPr>
        <p:spPr>
          <a:xfrm>
            <a:off x="-9281604" y="-3254930"/>
            <a:ext cx="7808284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600" dirty="0" err="1">
                <a:latin typeface="华康少女文字W5(P)"/>
              </a:rPr>
              <a:t>谁</a:t>
            </a:r>
            <a:r>
              <a:rPr sz="96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96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B06DDD0-65E3-3EC7-613D-5514703B4099}"/>
              </a:ext>
            </a:extLst>
          </p:cNvPr>
          <p:cNvSpPr txBox="1"/>
          <p:nvPr/>
        </p:nvSpPr>
        <p:spPr>
          <a:xfrm>
            <a:off x="-9281604" y="-4771708"/>
            <a:ext cx="7808284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600" dirty="0" err="1">
                <a:latin typeface="华康少女文字W5(P)"/>
              </a:rPr>
              <a:t>结婚之后嘛</a:t>
            </a:r>
            <a:endParaRPr sz="9600" dirty="0">
              <a:latin typeface="华康少女文字W5(P)"/>
            </a:endParaRPr>
          </a:p>
        </p:txBody>
      </p:sp>
    </p:spTree>
  </p:cSld>
  <p:clrMapOvr>
    <a:masterClrMapping/>
  </p:clrMapOvr>
  <p:transition advTm="2016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" y="0"/>
            <a:ext cx="6857828" cy="121916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852013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900" dirty="0" err="1">
                <a:latin typeface="华康少女文字W5(P)"/>
              </a:rPr>
              <a:t>直到你煮一碗</a:t>
            </a:r>
            <a:r>
              <a:rPr sz="5400" b="1" dirty="0" err="1">
                <a:solidFill>
                  <a:schemeClr val="accent6">
                    <a:lumMod val="75000"/>
                  </a:schemeClr>
                </a:solidFill>
                <a:latin typeface="华康少女文字W5(P)"/>
              </a:rPr>
              <a:t>面</a:t>
            </a:r>
            <a:r>
              <a:rPr sz="3900" dirty="0" err="1">
                <a:latin typeface="华康少女文字W5(P)"/>
              </a:rPr>
              <a:t>给他</a:t>
            </a:r>
            <a:endParaRPr sz="3900" dirty="0">
              <a:latin typeface="华康少女文字W5(P)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E390DCBE-70E5-BD20-470E-4350D6C80FE0}"/>
              </a:ext>
            </a:extLst>
          </p:cNvPr>
          <p:cNvSpPr txBox="1"/>
          <p:nvPr/>
        </p:nvSpPr>
        <p:spPr>
          <a:xfrm>
            <a:off x="914400" y="5068245"/>
            <a:ext cx="5029200" cy="711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900" dirty="0" err="1">
                <a:latin typeface="华康少女文字W5(P)"/>
              </a:rPr>
              <a:t>很忧郁的眼睛看着你</a:t>
            </a:r>
            <a:endParaRPr sz="3900" dirty="0">
              <a:latin typeface="华康少女文字W5(P)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67014B1-5DFB-392E-3748-66AB44419E3B}"/>
              </a:ext>
            </a:extLst>
          </p:cNvPr>
          <p:cNvSpPr txBox="1"/>
          <p:nvPr/>
        </p:nvSpPr>
        <p:spPr>
          <a:xfrm>
            <a:off x="914400" y="3990558"/>
            <a:ext cx="6857828" cy="711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latin typeface="华康少女文字W5(P)"/>
              </a:rPr>
              <a:t>他就是拿一双</a:t>
            </a:r>
            <a:endParaRPr sz="6600" dirty="0">
              <a:latin typeface="华康少女文字W5(P)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12D469C-30C1-A6CD-34C2-5751BC33A0B0}"/>
              </a:ext>
            </a:extLst>
          </p:cNvPr>
          <p:cNvSpPr txBox="1"/>
          <p:nvPr/>
        </p:nvSpPr>
        <p:spPr>
          <a:xfrm rot="16200000">
            <a:off x="-3330549" y="264493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latin typeface="华康少女文字W5(P)"/>
              </a:rPr>
              <a:t>他连话都不讲</a:t>
            </a:r>
            <a:endParaRPr sz="6600" dirty="0">
              <a:latin typeface="华康少女文字W5(P)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E25B191-3BE5-DA3C-9860-04999E84510E}"/>
              </a:ext>
            </a:extLst>
          </p:cNvPr>
          <p:cNvSpPr txBox="1"/>
          <p:nvPr/>
        </p:nvSpPr>
        <p:spPr>
          <a:xfrm rot="16200000">
            <a:off x="-6707693" y="264493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latin typeface="华康少女文字W5(P)"/>
              </a:rPr>
              <a:t>我们家里那个</a:t>
            </a:r>
            <a:endParaRPr sz="6600" dirty="0">
              <a:latin typeface="华康少女文字W5(P)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230FF14E-34D8-74E4-BDE5-B0A90C3A125C}"/>
              </a:ext>
            </a:extLst>
          </p:cNvPr>
          <p:cNvSpPr txBox="1"/>
          <p:nvPr/>
        </p:nvSpPr>
        <p:spPr>
          <a:xfrm rot="16200000">
            <a:off x="-5554984" y="264493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5400" dirty="0" err="1">
                <a:latin typeface="华康少女文字W5(P)"/>
              </a:rPr>
              <a:t>不讲道理已经到了</a:t>
            </a:r>
            <a:endParaRPr sz="5400" dirty="0">
              <a:latin typeface="华康少女文字W5(P)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EB878591-F80C-1A53-8869-71ADF0F6CFAC}"/>
              </a:ext>
            </a:extLst>
          </p:cNvPr>
          <p:cNvSpPr txBox="1"/>
          <p:nvPr/>
        </p:nvSpPr>
        <p:spPr>
          <a:xfrm rot="16200000">
            <a:off x="-4488016" y="264493"/>
            <a:ext cx="7229728" cy="9335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6600" dirty="0" err="1">
                <a:solidFill>
                  <a:srgbClr val="FF0000"/>
                </a:solidFill>
                <a:latin typeface="华康少女文字W5(P)"/>
              </a:rPr>
              <a:t>最高</a:t>
            </a:r>
            <a:r>
              <a:rPr sz="6600" dirty="0" err="1">
                <a:latin typeface="华康少女文字W5(P)"/>
              </a:rPr>
              <a:t>的境界了</a:t>
            </a:r>
            <a:endParaRPr sz="6600" dirty="0">
              <a:latin typeface="华康少女文字W5(P)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852354AB-949A-E225-17E4-155A01981140}"/>
              </a:ext>
            </a:extLst>
          </p:cNvPr>
          <p:cNvSpPr txBox="1"/>
          <p:nvPr/>
        </p:nvSpPr>
        <p:spPr>
          <a:xfrm>
            <a:off x="-9281604" y="-2562910"/>
            <a:ext cx="7808284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500" dirty="0" err="1">
                <a:latin typeface="华康少女文字W5(P)"/>
              </a:rPr>
              <a:t>谁占上风</a:t>
            </a:r>
            <a:endParaRPr sz="11500" dirty="0">
              <a:latin typeface="华康少女文字W5(P)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B0FAA264-3A69-7A8F-E3A7-7BF7428C45F4}"/>
              </a:ext>
            </a:extLst>
          </p:cNvPr>
          <p:cNvSpPr txBox="1"/>
          <p:nvPr/>
        </p:nvSpPr>
        <p:spPr>
          <a:xfrm>
            <a:off x="-9281604" y="-4038698"/>
            <a:ext cx="7808284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600" dirty="0" err="1">
                <a:latin typeface="华康少女文字W5(P)"/>
              </a:rPr>
              <a:t>谁</a:t>
            </a:r>
            <a:r>
              <a:rPr sz="9600" dirty="0" err="1">
                <a:solidFill>
                  <a:srgbClr val="FF0000"/>
                </a:solidFill>
                <a:latin typeface="文鼎霹雳体"/>
              </a:rPr>
              <a:t>不讲道理</a:t>
            </a:r>
            <a:endParaRPr sz="9600" dirty="0">
              <a:solidFill>
                <a:srgbClr val="FF0000"/>
              </a:solidFill>
              <a:latin typeface="文鼎霹雳体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B4AEC016-A6B7-D519-0273-9FBA93D337B9}"/>
              </a:ext>
            </a:extLst>
          </p:cNvPr>
          <p:cNvSpPr txBox="1"/>
          <p:nvPr/>
        </p:nvSpPr>
        <p:spPr>
          <a:xfrm>
            <a:off x="-9281604" y="-5555476"/>
            <a:ext cx="7808284" cy="892762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600" dirty="0" err="1">
                <a:latin typeface="华康少女文字W5(P)"/>
              </a:rPr>
              <a:t>结婚之后嘛</a:t>
            </a:r>
            <a:endParaRPr sz="9600" dirty="0">
              <a:latin typeface="华康少女文字W5(P)"/>
            </a:endParaRPr>
          </a:p>
        </p:txBody>
      </p:sp>
    </p:spTree>
  </p:cSld>
  <p:clrMapOvr>
    <a:masterClrMapping/>
  </p:clrMapOvr>
  <p:transition advTm="22260"/>
  <p:timing>
    <p:tnLst>
      <p:par>
        <p:cTn id="1" dur="indefinite" restart="never" nodeType="tmRoot">
          <p:stCondLst>
            <p:cond delay="0"/>
          </p:stCondLst>
          <p:childTnLst>
            <p:par>
              <p:cTn id="2" fill="hold">
                <p:stCondLst>
                  <p:cond delay="0"/>
                </p:stCondLst>
                <p:childTnLst>
                  <p:par>
                    <p:cTn id="3" dur="500" fill="hold">
                      <p:childTnLst>
                        <p:animEffect transition="in">
                          <p:cBhvr>
                            <p:cTn id="4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93</Words>
  <Application>Microsoft Office PowerPoint</Application>
  <PresentationFormat>宽屏</PresentationFormat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华康少女文字W5(P)</vt:lpstr>
      <vt:lpstr>华文行楷</vt:lpstr>
      <vt:lpstr>文鼎霹雳体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陈元</dc:creator>
  <cp:keywords/>
  <dc:description>generated using python-pptx</dc:description>
  <cp:lastModifiedBy>Christopher Chen</cp:lastModifiedBy>
  <cp:revision>2</cp:revision>
  <dcterms:created xsi:type="dcterms:W3CDTF">2013-01-27T09:14:16Z</dcterms:created>
  <dcterms:modified xsi:type="dcterms:W3CDTF">2026-05-24T12:20:48Z</dcterms:modified>
  <cp:category/>
</cp:coreProperties>
</file>